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3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145707409" r:id="rId5"/>
    <p:sldId id="2145707388" r:id="rId6"/>
    <p:sldId id="2145707389" r:id="rId7"/>
    <p:sldId id="2145707418" r:id="rId8"/>
    <p:sldId id="2145707398" r:id="rId9"/>
    <p:sldId id="2145707399" r:id="rId10"/>
    <p:sldId id="2145707413" r:id="rId11"/>
    <p:sldId id="2145707412" r:id="rId12"/>
    <p:sldId id="2145707411" r:id="rId13"/>
    <p:sldId id="2145707410" r:id="rId14"/>
    <p:sldId id="2145707415" r:id="rId15"/>
    <p:sldId id="2145707403" r:id="rId16"/>
    <p:sldId id="2145707417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E7C7BB-CA95-294A-7C97-CFB0ABB9A22C}" name="Leonardi Natalia" initials="LN" userId="S::natalia.leonardi@cerved.com::8834e4e9-627c-458a-8cbb-3f128dd291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E6BF6-8BF9-40CC-A38F-526BEA4ABA73}" v="578" dt="2022-10-08T17:18:30.474"/>
    <p1510:client id="{7F11BD94-E639-4350-A6C0-E659DCCA1008}" v="1989" dt="2022-10-08T17:17:12.917"/>
    <p1510:client id="{AC575D6D-9CE5-D6BE-FDC3-C82AB235C3A2}" v="573" dt="2022-10-08T14:36:51.238"/>
    <p1510:client id="{DF049FE9-B9F4-5C97-04BB-F79E69358195}" v="41" dt="2022-10-08T16:35:58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ssiore Giovanni" userId="51c9b50b-c8bc-4aa2-86dd-292615f840d6" providerId="ADAL" clId="{7F11BD94-E639-4350-A6C0-E659DCCA1008}"/>
    <pc:docChg chg="undo custSel addSld delSld modSld">
      <pc:chgData name="Tessiore Giovanni" userId="51c9b50b-c8bc-4aa2-86dd-292615f840d6" providerId="ADAL" clId="{7F11BD94-E639-4350-A6C0-E659DCCA1008}" dt="2022-10-08T17:17:12.917" v="2390"/>
      <pc:docMkLst>
        <pc:docMk/>
      </pc:docMkLst>
      <pc:sldChg chg="addSp delSp modSp mod modAnim">
        <pc:chgData name="Tessiore Giovanni" userId="51c9b50b-c8bc-4aa2-86dd-292615f840d6" providerId="ADAL" clId="{7F11BD94-E639-4350-A6C0-E659DCCA1008}" dt="2022-10-08T16:29:51.790" v="2318" actId="1076"/>
        <pc:sldMkLst>
          <pc:docMk/>
          <pc:sldMk cId="1187921984" sldId="2145707388"/>
        </pc:sldMkLst>
        <pc:spChg chg="add mod">
          <ac:chgData name="Tessiore Giovanni" userId="51c9b50b-c8bc-4aa2-86dd-292615f840d6" providerId="ADAL" clId="{7F11BD94-E639-4350-A6C0-E659DCCA1008}" dt="2022-10-08T14:29:02.138" v="808" actId="1037"/>
          <ac:spMkLst>
            <pc:docMk/>
            <pc:sldMk cId="1187921984" sldId="2145707388"/>
            <ac:spMk id="2" creationId="{7C3DEB25-FE1E-F464-3AF4-D7F07226D2E4}"/>
          </ac:spMkLst>
        </pc:spChg>
        <pc:spChg chg="add mod">
          <ac:chgData name="Tessiore Giovanni" userId="51c9b50b-c8bc-4aa2-86dd-292615f840d6" providerId="ADAL" clId="{7F11BD94-E639-4350-A6C0-E659DCCA1008}" dt="2022-10-08T14:29:02.138" v="808" actId="1037"/>
          <ac:spMkLst>
            <pc:docMk/>
            <pc:sldMk cId="1187921984" sldId="2145707388"/>
            <ac:spMk id="3" creationId="{511ABAAF-EC4B-4A7B-8C0A-53B0688A1B0F}"/>
          </ac:spMkLst>
        </pc:spChg>
        <pc:spChg chg="mod">
          <ac:chgData name="Tessiore Giovanni" userId="51c9b50b-c8bc-4aa2-86dd-292615f840d6" providerId="ADAL" clId="{7F11BD94-E639-4350-A6C0-E659DCCA1008}" dt="2022-10-08T13:52:44.731" v="447" actId="1076"/>
          <ac:spMkLst>
            <pc:docMk/>
            <pc:sldMk cId="1187921984" sldId="2145707388"/>
            <ac:spMk id="5" creationId="{7FB8A55B-6D87-EC96-65E6-FE713AD46A5A}"/>
          </ac:spMkLst>
        </pc:spChg>
        <pc:spChg chg="mod">
          <ac:chgData name="Tessiore Giovanni" userId="51c9b50b-c8bc-4aa2-86dd-292615f840d6" providerId="ADAL" clId="{7F11BD94-E639-4350-A6C0-E659DCCA1008}" dt="2022-10-08T14:29:02.138" v="808" actId="1037"/>
          <ac:spMkLst>
            <pc:docMk/>
            <pc:sldMk cId="1187921984" sldId="2145707388"/>
            <ac:spMk id="6" creationId="{A97C1210-6C6B-C739-5874-5EB1905BE707}"/>
          </ac:spMkLst>
        </pc:spChg>
        <pc:spChg chg="add mod">
          <ac:chgData name="Tessiore Giovanni" userId="51c9b50b-c8bc-4aa2-86dd-292615f840d6" providerId="ADAL" clId="{7F11BD94-E639-4350-A6C0-E659DCCA1008}" dt="2022-10-08T13:51:59.427" v="420" actId="1076"/>
          <ac:spMkLst>
            <pc:docMk/>
            <pc:sldMk cId="1187921984" sldId="2145707388"/>
            <ac:spMk id="11" creationId="{8527D216-829E-BE01-EF02-C0281A2A45C1}"/>
          </ac:spMkLst>
        </pc:spChg>
        <pc:spChg chg="add del mod">
          <ac:chgData name="Tessiore Giovanni" userId="51c9b50b-c8bc-4aa2-86dd-292615f840d6" providerId="ADAL" clId="{7F11BD94-E639-4350-A6C0-E659DCCA1008}" dt="2022-10-08T13:47:10.216" v="265" actId="478"/>
          <ac:spMkLst>
            <pc:docMk/>
            <pc:sldMk cId="1187921984" sldId="2145707388"/>
            <ac:spMk id="12" creationId="{9FCA6C8C-DF40-7715-3426-5D828315E6AF}"/>
          </ac:spMkLst>
        </pc:spChg>
        <pc:spChg chg="del mod">
          <ac:chgData name="Tessiore Giovanni" userId="51c9b50b-c8bc-4aa2-86dd-292615f840d6" providerId="ADAL" clId="{7F11BD94-E639-4350-A6C0-E659DCCA1008}" dt="2022-10-08T13:44:19.073" v="206" actId="478"/>
          <ac:spMkLst>
            <pc:docMk/>
            <pc:sldMk cId="1187921984" sldId="2145707388"/>
            <ac:spMk id="13" creationId="{7238CFC7-3926-0550-74E9-4A49807BEECF}"/>
          </ac:spMkLst>
        </pc:spChg>
        <pc:spChg chg="del mod">
          <ac:chgData name="Tessiore Giovanni" userId="51c9b50b-c8bc-4aa2-86dd-292615f840d6" providerId="ADAL" clId="{7F11BD94-E639-4350-A6C0-E659DCCA1008}" dt="2022-10-08T13:50:18.673" v="374" actId="478"/>
          <ac:spMkLst>
            <pc:docMk/>
            <pc:sldMk cId="1187921984" sldId="2145707388"/>
            <ac:spMk id="14" creationId="{FD226645-D976-3B4B-0550-F6AE29100C3F}"/>
          </ac:spMkLst>
        </pc:spChg>
        <pc:spChg chg="add mod">
          <ac:chgData name="Tessiore Giovanni" userId="51c9b50b-c8bc-4aa2-86dd-292615f840d6" providerId="ADAL" clId="{7F11BD94-E639-4350-A6C0-E659DCCA1008}" dt="2022-10-08T13:52:06.695" v="422" actId="1076"/>
          <ac:spMkLst>
            <pc:docMk/>
            <pc:sldMk cId="1187921984" sldId="2145707388"/>
            <ac:spMk id="15" creationId="{9FCE5FC5-ED1F-1C2B-B8FA-567FBF03488D}"/>
          </ac:spMkLst>
        </pc:spChg>
        <pc:spChg chg="add mod">
          <ac:chgData name="Tessiore Giovanni" userId="51c9b50b-c8bc-4aa2-86dd-292615f840d6" providerId="ADAL" clId="{7F11BD94-E639-4350-A6C0-E659DCCA1008}" dt="2022-10-08T13:52:04.073" v="421" actId="1076"/>
          <ac:spMkLst>
            <pc:docMk/>
            <pc:sldMk cId="1187921984" sldId="2145707388"/>
            <ac:spMk id="16" creationId="{4658BECF-EDBB-2C35-F5A7-F510E0F97F37}"/>
          </ac:spMkLst>
        </pc:spChg>
        <pc:spChg chg="add mod">
          <ac:chgData name="Tessiore Giovanni" userId="51c9b50b-c8bc-4aa2-86dd-292615f840d6" providerId="ADAL" clId="{7F11BD94-E639-4350-A6C0-E659DCCA1008}" dt="2022-10-08T13:52:10.565" v="423" actId="1076"/>
          <ac:spMkLst>
            <pc:docMk/>
            <pc:sldMk cId="1187921984" sldId="2145707388"/>
            <ac:spMk id="17" creationId="{EA8D0BC1-DA9A-99B2-40D1-33DD970688C1}"/>
          </ac:spMkLst>
        </pc:spChg>
        <pc:spChg chg="add del mod">
          <ac:chgData name="Tessiore Giovanni" userId="51c9b50b-c8bc-4aa2-86dd-292615f840d6" providerId="ADAL" clId="{7F11BD94-E639-4350-A6C0-E659DCCA1008}" dt="2022-10-08T13:51:50.903" v="407" actId="120"/>
          <ac:spMkLst>
            <pc:docMk/>
            <pc:sldMk cId="1187921984" sldId="2145707388"/>
            <ac:spMk id="18" creationId="{5AA32983-34B9-FAA1-4D53-D15E37BC4C99}"/>
          </ac:spMkLst>
        </pc:spChg>
        <pc:spChg chg="add mod">
          <ac:chgData name="Tessiore Giovanni" userId="51c9b50b-c8bc-4aa2-86dd-292615f840d6" providerId="ADAL" clId="{7F11BD94-E639-4350-A6C0-E659DCCA1008}" dt="2022-10-08T13:52:22.927" v="444" actId="1038"/>
          <ac:spMkLst>
            <pc:docMk/>
            <pc:sldMk cId="1187921984" sldId="2145707388"/>
            <ac:spMk id="19" creationId="{A83B6D50-823F-56A7-4163-4907BC254A1F}"/>
          </ac:spMkLst>
        </pc:spChg>
        <pc:picChg chg="mod">
          <ac:chgData name="Tessiore Giovanni" userId="51c9b50b-c8bc-4aa2-86dd-292615f840d6" providerId="ADAL" clId="{7F11BD94-E639-4350-A6C0-E659DCCA1008}" dt="2022-10-08T14:29:02.138" v="808" actId="1037"/>
          <ac:picMkLst>
            <pc:docMk/>
            <pc:sldMk cId="1187921984" sldId="2145707388"/>
            <ac:picMk id="7" creationId="{08B35079-A2DD-7797-BC1E-30E00AA5953E}"/>
          </ac:picMkLst>
        </pc:picChg>
        <pc:picChg chg="mod">
          <ac:chgData name="Tessiore Giovanni" userId="51c9b50b-c8bc-4aa2-86dd-292615f840d6" providerId="ADAL" clId="{7F11BD94-E639-4350-A6C0-E659DCCA1008}" dt="2022-10-08T14:29:02.138" v="808" actId="1037"/>
          <ac:picMkLst>
            <pc:docMk/>
            <pc:sldMk cId="1187921984" sldId="2145707388"/>
            <ac:picMk id="8" creationId="{1F786930-D74D-A914-EBFE-A8A0B081E556}"/>
          </ac:picMkLst>
        </pc:picChg>
        <pc:picChg chg="mod">
          <ac:chgData name="Tessiore Giovanni" userId="51c9b50b-c8bc-4aa2-86dd-292615f840d6" providerId="ADAL" clId="{7F11BD94-E639-4350-A6C0-E659DCCA1008}" dt="2022-10-08T14:29:02.138" v="808" actId="1037"/>
          <ac:picMkLst>
            <pc:docMk/>
            <pc:sldMk cId="1187921984" sldId="2145707388"/>
            <ac:picMk id="10" creationId="{1F15D000-EB1A-A992-0D88-9FEDBA8CF55D}"/>
          </ac:picMkLst>
        </pc:picChg>
        <pc:picChg chg="add del mod">
          <ac:chgData name="Tessiore Giovanni" userId="51c9b50b-c8bc-4aa2-86dd-292615f840d6" providerId="ADAL" clId="{7F11BD94-E639-4350-A6C0-E659DCCA1008}" dt="2022-10-08T14:48:08.648" v="1101" actId="478"/>
          <ac:picMkLst>
            <pc:docMk/>
            <pc:sldMk cId="1187921984" sldId="2145707388"/>
            <ac:picMk id="20" creationId="{83D7EDF3-D3C8-7F51-4836-B41B9A71D753}"/>
          </ac:picMkLst>
        </pc:picChg>
        <pc:picChg chg="add mod">
          <ac:chgData name="Tessiore Giovanni" userId="51c9b50b-c8bc-4aa2-86dd-292615f840d6" providerId="ADAL" clId="{7F11BD94-E639-4350-A6C0-E659DCCA1008}" dt="2022-10-08T16:29:51.790" v="2318" actId="1076"/>
          <ac:picMkLst>
            <pc:docMk/>
            <pc:sldMk cId="1187921984" sldId="2145707388"/>
            <ac:picMk id="22" creationId="{E2E1860D-F789-FDBA-D6C4-060A6B73BDD3}"/>
          </ac:picMkLst>
        </pc:picChg>
      </pc:sldChg>
      <pc:sldChg chg="addSp delSp modSp mod modAnim">
        <pc:chgData name="Tessiore Giovanni" userId="51c9b50b-c8bc-4aa2-86dd-292615f840d6" providerId="ADAL" clId="{7F11BD94-E639-4350-A6C0-E659DCCA1008}" dt="2022-10-08T16:30:14.003" v="2321" actId="1076"/>
        <pc:sldMkLst>
          <pc:docMk/>
          <pc:sldMk cId="3182833941" sldId="2145707389"/>
        </pc:sldMkLst>
        <pc:spChg chg="add mod">
          <ac:chgData name="Tessiore Giovanni" userId="51c9b50b-c8bc-4aa2-86dd-292615f840d6" providerId="ADAL" clId="{7F11BD94-E639-4350-A6C0-E659DCCA1008}" dt="2022-10-08T14:41:07.378" v="1085" actId="1038"/>
          <ac:spMkLst>
            <pc:docMk/>
            <pc:sldMk cId="3182833941" sldId="2145707389"/>
            <ac:spMk id="3" creationId="{F7BAED55-E905-2C16-4225-11612AB585F5}"/>
          </ac:spMkLst>
        </pc:spChg>
        <pc:spChg chg="add mod">
          <ac:chgData name="Tessiore Giovanni" userId="51c9b50b-c8bc-4aa2-86dd-292615f840d6" providerId="ADAL" clId="{7F11BD94-E639-4350-A6C0-E659DCCA1008}" dt="2022-10-08T14:41:17.836" v="1087" actId="1076"/>
          <ac:spMkLst>
            <pc:docMk/>
            <pc:sldMk cId="3182833941" sldId="2145707389"/>
            <ac:spMk id="4" creationId="{E42E9D48-FF4C-451B-065B-330DAC9655A8}"/>
          </ac:spMkLst>
        </pc:spChg>
        <pc:spChg chg="mod">
          <ac:chgData name="Tessiore Giovanni" userId="51c9b50b-c8bc-4aa2-86dd-292615f840d6" providerId="ADAL" clId="{7F11BD94-E639-4350-A6C0-E659DCCA1008}" dt="2022-10-08T16:30:14.003" v="2321" actId="1076"/>
          <ac:spMkLst>
            <pc:docMk/>
            <pc:sldMk cId="3182833941" sldId="2145707389"/>
            <ac:spMk id="5" creationId="{0E32424E-C985-2834-7DFD-279DBAA813C5}"/>
          </ac:spMkLst>
        </pc:spChg>
        <pc:spChg chg="mod">
          <ac:chgData name="Tessiore Giovanni" userId="51c9b50b-c8bc-4aa2-86dd-292615f840d6" providerId="ADAL" clId="{7F11BD94-E639-4350-A6C0-E659DCCA1008}" dt="2022-10-08T14:51:50.350" v="1119" actId="207"/>
          <ac:spMkLst>
            <pc:docMk/>
            <pc:sldMk cId="3182833941" sldId="2145707389"/>
            <ac:spMk id="6" creationId="{6B38A167-D912-73DD-A124-9DC31053A208}"/>
          </ac:spMkLst>
        </pc:spChg>
        <pc:spChg chg="add mod">
          <ac:chgData name="Tessiore Giovanni" userId="51c9b50b-c8bc-4aa2-86dd-292615f840d6" providerId="ADAL" clId="{7F11BD94-E639-4350-A6C0-E659DCCA1008}" dt="2022-10-08T14:41:12.823" v="1086" actId="1076"/>
          <ac:spMkLst>
            <pc:docMk/>
            <pc:sldMk cId="3182833941" sldId="2145707389"/>
            <ac:spMk id="9" creationId="{3F170017-AFE3-E4F5-0B7B-03FBE29D0261}"/>
          </ac:spMkLst>
        </pc:spChg>
        <pc:spChg chg="add del">
          <ac:chgData name="Tessiore Giovanni" userId="51c9b50b-c8bc-4aa2-86dd-292615f840d6" providerId="ADAL" clId="{7F11BD94-E639-4350-A6C0-E659DCCA1008}" dt="2022-10-08T14:13:38.245" v="664" actId="22"/>
          <ac:spMkLst>
            <pc:docMk/>
            <pc:sldMk cId="3182833941" sldId="2145707389"/>
            <ac:spMk id="12" creationId="{68922571-B313-CA5B-2CE8-6343EC15BB73}"/>
          </ac:spMkLst>
        </pc:spChg>
        <pc:spChg chg="add mod">
          <ac:chgData name="Tessiore Giovanni" userId="51c9b50b-c8bc-4aa2-86dd-292615f840d6" providerId="ADAL" clId="{7F11BD94-E639-4350-A6C0-E659DCCA1008}" dt="2022-10-08T14:51:57.732" v="1121" actId="207"/>
          <ac:spMkLst>
            <pc:docMk/>
            <pc:sldMk cId="3182833941" sldId="2145707389"/>
            <ac:spMk id="13" creationId="{AC955493-4C04-EDEF-6FB0-D7B710BE6F49}"/>
          </ac:spMkLst>
        </pc:spChg>
        <pc:spChg chg="add mod">
          <ac:chgData name="Tessiore Giovanni" userId="51c9b50b-c8bc-4aa2-86dd-292615f840d6" providerId="ADAL" clId="{7F11BD94-E639-4350-A6C0-E659DCCA1008}" dt="2022-10-08T14:51:55.125" v="1120" actId="207"/>
          <ac:spMkLst>
            <pc:docMk/>
            <pc:sldMk cId="3182833941" sldId="2145707389"/>
            <ac:spMk id="14" creationId="{D904D1D9-1B7C-28F3-7A54-B06575619777}"/>
          </ac:spMkLst>
        </pc:spChg>
        <pc:picChg chg="add mod">
          <ac:chgData name="Tessiore Giovanni" userId="51c9b50b-c8bc-4aa2-86dd-292615f840d6" providerId="ADAL" clId="{7F11BD94-E639-4350-A6C0-E659DCCA1008}" dt="2022-10-08T14:41:07.378" v="1085" actId="1038"/>
          <ac:picMkLst>
            <pc:docMk/>
            <pc:sldMk cId="3182833941" sldId="2145707389"/>
            <ac:picMk id="2" creationId="{7EB00210-731A-A94D-4C67-351F3554207D}"/>
          </ac:picMkLst>
        </pc:picChg>
        <pc:picChg chg="mod">
          <ac:chgData name="Tessiore Giovanni" userId="51c9b50b-c8bc-4aa2-86dd-292615f840d6" providerId="ADAL" clId="{7F11BD94-E639-4350-A6C0-E659DCCA1008}" dt="2022-10-08T14:29:30.091" v="868" actId="1038"/>
          <ac:picMkLst>
            <pc:docMk/>
            <pc:sldMk cId="3182833941" sldId="2145707389"/>
            <ac:picMk id="7" creationId="{59E0F908-CA6D-BC30-413D-DB5F496B1B25}"/>
          </ac:picMkLst>
        </pc:picChg>
        <pc:picChg chg="mod">
          <ac:chgData name="Tessiore Giovanni" userId="51c9b50b-c8bc-4aa2-86dd-292615f840d6" providerId="ADAL" clId="{7F11BD94-E639-4350-A6C0-E659DCCA1008}" dt="2022-10-08T14:29:30.091" v="868" actId="1038"/>
          <ac:picMkLst>
            <pc:docMk/>
            <pc:sldMk cId="3182833941" sldId="2145707389"/>
            <ac:picMk id="8" creationId="{3675D796-CDAF-D7D9-F13B-50E4A021C705}"/>
          </ac:picMkLst>
        </pc:picChg>
        <pc:picChg chg="mod">
          <ac:chgData name="Tessiore Giovanni" userId="51c9b50b-c8bc-4aa2-86dd-292615f840d6" providerId="ADAL" clId="{7F11BD94-E639-4350-A6C0-E659DCCA1008}" dt="2022-10-08T14:29:30.091" v="868" actId="1038"/>
          <ac:picMkLst>
            <pc:docMk/>
            <pc:sldMk cId="3182833941" sldId="2145707389"/>
            <ac:picMk id="10" creationId="{F463B393-A082-3EC5-04EC-9E1A839C7B0C}"/>
          </ac:picMkLst>
        </pc:picChg>
        <pc:picChg chg="add del mod">
          <ac:chgData name="Tessiore Giovanni" userId="51c9b50b-c8bc-4aa2-86dd-292615f840d6" providerId="ADAL" clId="{7F11BD94-E639-4350-A6C0-E659DCCA1008}" dt="2022-10-08T14:48:04.758" v="1100" actId="478"/>
          <ac:picMkLst>
            <pc:docMk/>
            <pc:sldMk cId="3182833941" sldId="2145707389"/>
            <ac:picMk id="15" creationId="{7D74571D-7FFC-F945-DFE3-FA194DF69941}"/>
          </ac:picMkLst>
        </pc:picChg>
        <pc:picChg chg="add mod">
          <ac:chgData name="Tessiore Giovanni" userId="51c9b50b-c8bc-4aa2-86dd-292615f840d6" providerId="ADAL" clId="{7F11BD94-E639-4350-A6C0-E659DCCA1008}" dt="2022-10-08T16:29:55.603" v="2319"/>
          <ac:picMkLst>
            <pc:docMk/>
            <pc:sldMk cId="3182833941" sldId="2145707389"/>
            <ac:picMk id="16" creationId="{6EA97CFE-3DF1-186A-2D6C-2D1054E7C3E6}"/>
          </ac:picMkLst>
        </pc:picChg>
      </pc:sldChg>
      <pc:sldChg chg="addSp delSp modSp mod delAnim modAnim">
        <pc:chgData name="Tessiore Giovanni" userId="51c9b50b-c8bc-4aa2-86dd-292615f840d6" providerId="ADAL" clId="{7F11BD94-E639-4350-A6C0-E659DCCA1008}" dt="2022-10-08T16:21:48.541" v="2302"/>
        <pc:sldMkLst>
          <pc:docMk/>
          <pc:sldMk cId="653179748" sldId="2145707390"/>
        </pc:sldMkLst>
        <pc:spChg chg="add del mod">
          <ac:chgData name="Tessiore Giovanni" userId="51c9b50b-c8bc-4aa2-86dd-292615f840d6" providerId="ADAL" clId="{7F11BD94-E639-4350-A6C0-E659DCCA1008}" dt="2022-10-08T14:06:43.495" v="559" actId="478"/>
          <ac:spMkLst>
            <pc:docMk/>
            <pc:sldMk cId="653179748" sldId="2145707390"/>
            <ac:spMk id="2" creationId="{328C833A-64AD-7690-4382-97CB08477B26}"/>
          </ac:spMkLst>
        </pc:spChg>
        <pc:spChg chg="mod">
          <ac:chgData name="Tessiore Giovanni" userId="51c9b50b-c8bc-4aa2-86dd-292615f840d6" providerId="ADAL" clId="{7F11BD94-E639-4350-A6C0-E659DCCA1008}" dt="2022-10-08T15:14:29.515" v="1511" actId="20577"/>
          <ac:spMkLst>
            <pc:docMk/>
            <pc:sldMk cId="653179748" sldId="2145707390"/>
            <ac:spMk id="5" creationId="{658517AD-0FEE-DBD7-5390-ABDF613ECABD}"/>
          </ac:spMkLst>
        </pc:spChg>
        <pc:spChg chg="add mod">
          <ac:chgData name="Tessiore Giovanni" userId="51c9b50b-c8bc-4aa2-86dd-292615f840d6" providerId="ADAL" clId="{7F11BD94-E639-4350-A6C0-E659DCCA1008}" dt="2022-10-08T15:22:05.416" v="1546" actId="552"/>
          <ac:spMkLst>
            <pc:docMk/>
            <pc:sldMk cId="653179748" sldId="2145707390"/>
            <ac:spMk id="8" creationId="{DDA6BD83-BC22-3465-7D90-E0E0753878E5}"/>
          </ac:spMkLst>
        </pc:spChg>
        <pc:spChg chg="add mod">
          <ac:chgData name="Tessiore Giovanni" userId="51c9b50b-c8bc-4aa2-86dd-292615f840d6" providerId="ADAL" clId="{7F11BD94-E639-4350-A6C0-E659DCCA1008}" dt="2022-10-08T15:22:05.416" v="1546" actId="552"/>
          <ac:spMkLst>
            <pc:docMk/>
            <pc:sldMk cId="653179748" sldId="2145707390"/>
            <ac:spMk id="9" creationId="{DA84D7AE-50FB-1189-431E-80C75B25E56E}"/>
          </ac:spMkLst>
        </pc:spChg>
        <pc:spChg chg="add del mod">
          <ac:chgData name="Tessiore Giovanni" userId="51c9b50b-c8bc-4aa2-86dd-292615f840d6" providerId="ADAL" clId="{7F11BD94-E639-4350-A6C0-E659DCCA1008}" dt="2022-10-08T14:37:24.706" v="941" actId="478"/>
          <ac:spMkLst>
            <pc:docMk/>
            <pc:sldMk cId="653179748" sldId="2145707390"/>
            <ac:spMk id="10" creationId="{C1B3FBD3-90C2-DBC9-C844-1166F417FAA0}"/>
          </ac:spMkLst>
        </pc:spChg>
        <pc:spChg chg="add del mod">
          <ac:chgData name="Tessiore Giovanni" userId="51c9b50b-c8bc-4aa2-86dd-292615f840d6" providerId="ADAL" clId="{7F11BD94-E639-4350-A6C0-E659DCCA1008}" dt="2022-10-08T14:53:10.112" v="1131" actId="478"/>
          <ac:spMkLst>
            <pc:docMk/>
            <pc:sldMk cId="653179748" sldId="2145707390"/>
            <ac:spMk id="11" creationId="{8BF2884C-E162-4F9D-BB55-80284EE9E28A}"/>
          </ac:spMkLst>
        </pc:spChg>
        <pc:spChg chg="add mod">
          <ac:chgData name="Tessiore Giovanni" userId="51c9b50b-c8bc-4aa2-86dd-292615f840d6" providerId="ADAL" clId="{7F11BD94-E639-4350-A6C0-E659DCCA1008}" dt="2022-10-08T15:22:05.416" v="1546" actId="552"/>
          <ac:spMkLst>
            <pc:docMk/>
            <pc:sldMk cId="653179748" sldId="2145707390"/>
            <ac:spMk id="12" creationId="{14E063F2-482C-FE05-E8C8-465BC5479B67}"/>
          </ac:spMkLst>
        </pc:spChg>
        <pc:spChg chg="add del mod">
          <ac:chgData name="Tessiore Giovanni" userId="51c9b50b-c8bc-4aa2-86dd-292615f840d6" providerId="ADAL" clId="{7F11BD94-E639-4350-A6C0-E659DCCA1008}" dt="2022-10-08T14:52:38.398" v="1128" actId="478"/>
          <ac:spMkLst>
            <pc:docMk/>
            <pc:sldMk cId="653179748" sldId="2145707390"/>
            <ac:spMk id="13" creationId="{EE404E35-158D-9170-7E09-5D3E8EC1E6C9}"/>
          </ac:spMkLst>
        </pc:spChg>
        <pc:spChg chg="del">
          <ac:chgData name="Tessiore Giovanni" userId="51c9b50b-c8bc-4aa2-86dd-292615f840d6" providerId="ADAL" clId="{7F11BD94-E639-4350-A6C0-E659DCCA1008}" dt="2022-10-08T14:34:34.624" v="894" actId="478"/>
          <ac:spMkLst>
            <pc:docMk/>
            <pc:sldMk cId="653179748" sldId="2145707390"/>
            <ac:spMk id="14" creationId="{A15F4E45-B229-3AD9-E70B-7026B170B96B}"/>
          </ac:spMkLst>
        </pc:spChg>
        <pc:spChg chg="del">
          <ac:chgData name="Tessiore Giovanni" userId="51c9b50b-c8bc-4aa2-86dd-292615f840d6" providerId="ADAL" clId="{7F11BD94-E639-4350-A6C0-E659DCCA1008}" dt="2022-10-08T14:34:35.340" v="895" actId="478"/>
          <ac:spMkLst>
            <pc:docMk/>
            <pc:sldMk cId="653179748" sldId="2145707390"/>
            <ac:spMk id="15" creationId="{EED1C90C-FF84-EF1B-7841-7427EE7802CB}"/>
          </ac:spMkLst>
        </pc:spChg>
        <pc:spChg chg="del">
          <ac:chgData name="Tessiore Giovanni" userId="51c9b50b-c8bc-4aa2-86dd-292615f840d6" providerId="ADAL" clId="{7F11BD94-E639-4350-A6C0-E659DCCA1008}" dt="2022-10-08T14:34:34.624" v="894" actId="478"/>
          <ac:spMkLst>
            <pc:docMk/>
            <pc:sldMk cId="653179748" sldId="2145707390"/>
            <ac:spMk id="16" creationId="{A50656C6-A79A-8A6D-75ED-40278EB7F676}"/>
          </ac:spMkLst>
        </pc:spChg>
        <pc:spChg chg="del mod">
          <ac:chgData name="Tessiore Giovanni" userId="51c9b50b-c8bc-4aa2-86dd-292615f840d6" providerId="ADAL" clId="{7F11BD94-E639-4350-A6C0-E659DCCA1008}" dt="2022-10-08T14:34:34.624" v="894" actId="478"/>
          <ac:spMkLst>
            <pc:docMk/>
            <pc:sldMk cId="653179748" sldId="2145707390"/>
            <ac:spMk id="17" creationId="{11B36BA1-066B-001C-ECFC-995A58582F06}"/>
          </ac:spMkLst>
        </pc:spChg>
        <pc:spChg chg="del mod">
          <ac:chgData name="Tessiore Giovanni" userId="51c9b50b-c8bc-4aa2-86dd-292615f840d6" providerId="ADAL" clId="{7F11BD94-E639-4350-A6C0-E659DCCA1008}" dt="2022-10-08T14:34:34.624" v="894" actId="478"/>
          <ac:spMkLst>
            <pc:docMk/>
            <pc:sldMk cId="653179748" sldId="2145707390"/>
            <ac:spMk id="18" creationId="{7C880347-EB36-2694-9352-ABB320B2E09D}"/>
          </ac:spMkLst>
        </pc:spChg>
        <pc:spChg chg="del mod">
          <ac:chgData name="Tessiore Giovanni" userId="51c9b50b-c8bc-4aa2-86dd-292615f840d6" providerId="ADAL" clId="{7F11BD94-E639-4350-A6C0-E659DCCA1008}" dt="2022-10-08T14:34:34.624" v="894" actId="478"/>
          <ac:spMkLst>
            <pc:docMk/>
            <pc:sldMk cId="653179748" sldId="2145707390"/>
            <ac:spMk id="19" creationId="{B39C732A-6DC0-87A1-8DFA-D0BAD382B892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21" creationId="{8A6F848F-E742-8BC4-3CFC-AFA1D22DA98B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22" creationId="{7900E1CF-6BC1-B0B9-664C-C6B2DEB04DA7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25" creationId="{C7FCB27E-C76A-249F-C1A2-DD5DAB11B406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28" creationId="{6CC1522C-01B6-854B-183B-F4588EEF4286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29" creationId="{B339EDDA-83DF-E70F-DDD8-98ECE7E3E81C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30" creationId="{201F6AC1-0FF0-2878-0FF0-5E2AB936850C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31" creationId="{53B8E217-660D-2BD5-E5D8-052140A384DE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32" creationId="{DB386EFA-BB2F-58CC-EDC6-ECE84830352D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33" creationId="{33B38F77-2E86-FAAE-1E46-CA898E01FF75}"/>
          </ac:spMkLst>
        </pc:spChg>
        <pc:spChg chg="mod">
          <ac:chgData name="Tessiore Giovanni" userId="51c9b50b-c8bc-4aa2-86dd-292615f840d6" providerId="ADAL" clId="{7F11BD94-E639-4350-A6C0-E659DCCA1008}" dt="2022-10-08T15:20:14.564" v="1531"/>
          <ac:spMkLst>
            <pc:docMk/>
            <pc:sldMk cId="653179748" sldId="2145707390"/>
            <ac:spMk id="35" creationId="{49444E99-5272-DEEA-0AD1-4433E1F71516}"/>
          </ac:spMkLst>
        </pc:spChg>
        <pc:spChg chg="mod">
          <ac:chgData name="Tessiore Giovanni" userId="51c9b50b-c8bc-4aa2-86dd-292615f840d6" providerId="ADAL" clId="{7F11BD94-E639-4350-A6C0-E659DCCA1008}" dt="2022-10-08T15:20:14.564" v="1531"/>
          <ac:spMkLst>
            <pc:docMk/>
            <pc:sldMk cId="653179748" sldId="2145707390"/>
            <ac:spMk id="36" creationId="{507F4C46-3C28-6486-7D87-75061AE2A976}"/>
          </ac:spMkLst>
        </pc:spChg>
        <pc:spChg chg="add del mod">
          <ac:chgData name="Tessiore Giovanni" userId="51c9b50b-c8bc-4aa2-86dd-292615f840d6" providerId="ADAL" clId="{7F11BD94-E639-4350-A6C0-E659DCCA1008}" dt="2022-10-08T15:21:16.424" v="1538" actId="478"/>
          <ac:spMkLst>
            <pc:docMk/>
            <pc:sldMk cId="653179748" sldId="2145707390"/>
            <ac:spMk id="37" creationId="{464349DF-5378-B924-926D-B5C26869525D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39" creationId="{47FC8BFB-ADFC-4492-30CA-A23FE89EEDE4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40" creationId="{6B97E90F-20F1-6191-FB1F-61408B46668A}"/>
          </ac:spMkLst>
        </pc:spChg>
        <pc:spChg chg="mod">
          <ac:chgData name="Tessiore Giovanni" userId="51c9b50b-c8bc-4aa2-86dd-292615f840d6" providerId="ADAL" clId="{7F11BD94-E639-4350-A6C0-E659DCCA1008}" dt="2022-10-08T15:22:00.662" v="1545" actId="552"/>
          <ac:spMkLst>
            <pc:docMk/>
            <pc:sldMk cId="653179748" sldId="2145707390"/>
            <ac:spMk id="41" creationId="{96F4E499-5E9F-5EF1-1D71-DF77EC134CBB}"/>
          </ac:spMkLst>
        </pc:spChg>
        <pc:grpChg chg="add mod">
          <ac:chgData name="Tessiore Giovanni" userId="51c9b50b-c8bc-4aa2-86dd-292615f840d6" providerId="ADAL" clId="{7F11BD94-E639-4350-A6C0-E659DCCA1008}" dt="2022-10-08T15:22:44.425" v="1549" actId="207"/>
          <ac:grpSpMkLst>
            <pc:docMk/>
            <pc:sldMk cId="653179748" sldId="2145707390"/>
            <ac:grpSpMk id="20" creationId="{7C3DB2F8-17E7-450D-E7BE-E0885C1902E9}"/>
          </ac:grpSpMkLst>
        </pc:grpChg>
        <pc:grpChg chg="add mod">
          <ac:chgData name="Tessiore Giovanni" userId="51c9b50b-c8bc-4aa2-86dd-292615f840d6" providerId="ADAL" clId="{7F11BD94-E639-4350-A6C0-E659DCCA1008}" dt="2022-10-08T15:22:44.425" v="1549" actId="207"/>
          <ac:grpSpMkLst>
            <pc:docMk/>
            <pc:sldMk cId="653179748" sldId="2145707390"/>
            <ac:grpSpMk id="27" creationId="{9DDFB532-AF8E-5D34-E531-DC7858456DDE}"/>
          </ac:grpSpMkLst>
        </pc:grpChg>
        <pc:grpChg chg="add del mod">
          <ac:chgData name="Tessiore Giovanni" userId="51c9b50b-c8bc-4aa2-86dd-292615f840d6" providerId="ADAL" clId="{7F11BD94-E639-4350-A6C0-E659DCCA1008}" dt="2022-10-08T15:21:17.071" v="1539" actId="478"/>
          <ac:grpSpMkLst>
            <pc:docMk/>
            <pc:sldMk cId="653179748" sldId="2145707390"/>
            <ac:grpSpMk id="34" creationId="{281BB881-8249-DF19-9E05-05152B7785AF}"/>
          </ac:grpSpMkLst>
        </pc:grpChg>
        <pc:grpChg chg="add mod">
          <ac:chgData name="Tessiore Giovanni" userId="51c9b50b-c8bc-4aa2-86dd-292615f840d6" providerId="ADAL" clId="{7F11BD94-E639-4350-A6C0-E659DCCA1008}" dt="2022-10-08T15:22:44.425" v="1549" actId="207"/>
          <ac:grpSpMkLst>
            <pc:docMk/>
            <pc:sldMk cId="653179748" sldId="2145707390"/>
            <ac:grpSpMk id="38" creationId="{DB8D1CE9-8E88-9018-A474-B6A38C327239}"/>
          </ac:grpSpMkLst>
        </pc:grpChg>
        <pc:picChg chg="add del mod">
          <ac:chgData name="Tessiore Giovanni" userId="51c9b50b-c8bc-4aa2-86dd-292615f840d6" providerId="ADAL" clId="{7F11BD94-E639-4350-A6C0-E659DCCA1008}" dt="2022-10-08T14:33:51.822" v="888"/>
          <ac:picMkLst>
            <pc:docMk/>
            <pc:sldMk cId="653179748" sldId="2145707390"/>
            <ac:picMk id="3" creationId="{8D59A3F5-3FD2-DA6F-D981-EF4C9EB96642}"/>
          </ac:picMkLst>
        </pc:picChg>
        <pc:picChg chg="add del mod">
          <ac:chgData name="Tessiore Giovanni" userId="51c9b50b-c8bc-4aa2-86dd-292615f840d6" providerId="ADAL" clId="{7F11BD94-E639-4350-A6C0-E659DCCA1008}" dt="2022-10-08T14:34:51.608" v="899" actId="478"/>
          <ac:picMkLst>
            <pc:docMk/>
            <pc:sldMk cId="653179748" sldId="2145707390"/>
            <ac:picMk id="4" creationId="{C22DC5C1-CB79-D486-5283-E32DB56293CF}"/>
          </ac:picMkLst>
        </pc:picChg>
        <pc:picChg chg="add mod">
          <ac:chgData name="Tessiore Giovanni" userId="51c9b50b-c8bc-4aa2-86dd-292615f840d6" providerId="ADAL" clId="{7F11BD94-E639-4350-A6C0-E659DCCA1008}" dt="2022-10-08T15:14:55.406" v="1512" actId="1076"/>
          <ac:picMkLst>
            <pc:docMk/>
            <pc:sldMk cId="653179748" sldId="2145707390"/>
            <ac:picMk id="7" creationId="{4D3C69C3-544C-EAC8-52B0-F03AF2287AB3}"/>
          </ac:picMkLst>
        </pc:picChg>
        <pc:picChg chg="del mod">
          <ac:chgData name="Tessiore Giovanni" userId="51c9b50b-c8bc-4aa2-86dd-292615f840d6" providerId="ADAL" clId="{7F11BD94-E639-4350-A6C0-E659DCCA1008}" dt="2022-10-08T14:34:34.624" v="894" actId="478"/>
          <ac:picMkLst>
            <pc:docMk/>
            <pc:sldMk cId="653179748" sldId="2145707390"/>
            <ac:picMk id="23" creationId="{FD08E670-0120-D1E9-D9A0-9ADA49A2C1D1}"/>
          </ac:picMkLst>
        </pc:picChg>
        <pc:picChg chg="del mod">
          <ac:chgData name="Tessiore Giovanni" userId="51c9b50b-c8bc-4aa2-86dd-292615f840d6" providerId="ADAL" clId="{7F11BD94-E639-4350-A6C0-E659DCCA1008}" dt="2022-10-08T14:34:34.624" v="894" actId="478"/>
          <ac:picMkLst>
            <pc:docMk/>
            <pc:sldMk cId="653179748" sldId="2145707390"/>
            <ac:picMk id="24" creationId="{5F697F71-38E3-5BE9-E993-C5B0829FD17C}"/>
          </ac:picMkLst>
        </pc:picChg>
        <pc:picChg chg="add del mod">
          <ac:chgData name="Tessiore Giovanni" userId="51c9b50b-c8bc-4aa2-86dd-292615f840d6" providerId="ADAL" clId="{7F11BD94-E639-4350-A6C0-E659DCCA1008}" dt="2022-10-08T15:16:00.762" v="1520" actId="478"/>
          <ac:picMkLst>
            <pc:docMk/>
            <pc:sldMk cId="653179748" sldId="2145707390"/>
            <ac:picMk id="26" creationId="{9B8D2118-CA2F-9422-4C97-AE81DD58207B}"/>
          </ac:picMkLst>
        </pc:picChg>
      </pc:sldChg>
      <pc:sldChg chg="addSp delSp modSp del mod">
        <pc:chgData name="Tessiore Giovanni" userId="51c9b50b-c8bc-4aa2-86dd-292615f840d6" providerId="ADAL" clId="{7F11BD94-E639-4350-A6C0-E659DCCA1008}" dt="2022-10-08T14:34:22.807" v="893" actId="47"/>
        <pc:sldMkLst>
          <pc:docMk/>
          <pc:sldMk cId="2599803630" sldId="2145707392"/>
        </pc:sldMkLst>
        <pc:spChg chg="add del">
          <ac:chgData name="Tessiore Giovanni" userId="51c9b50b-c8bc-4aa2-86dd-292615f840d6" providerId="ADAL" clId="{7F11BD94-E639-4350-A6C0-E659DCCA1008}" dt="2022-10-08T14:33:51.142" v="885" actId="478"/>
          <ac:spMkLst>
            <pc:docMk/>
            <pc:sldMk cId="2599803630" sldId="2145707392"/>
            <ac:spMk id="2" creationId="{598EC9B4-77D4-A646-A2E8-9F505FC4B7EC}"/>
          </ac:spMkLst>
        </pc:spChg>
        <pc:grpChg chg="add del">
          <ac:chgData name="Tessiore Giovanni" userId="51c9b50b-c8bc-4aa2-86dd-292615f840d6" providerId="ADAL" clId="{7F11BD94-E639-4350-A6C0-E659DCCA1008}" dt="2022-10-08T14:33:51.343" v="886" actId="478"/>
          <ac:grpSpMkLst>
            <pc:docMk/>
            <pc:sldMk cId="2599803630" sldId="2145707392"/>
            <ac:grpSpMk id="32" creationId="{1F6EB0B9-B289-703A-0101-3975427A706C}"/>
          </ac:grpSpMkLst>
        </pc:grpChg>
        <pc:picChg chg="add del">
          <ac:chgData name="Tessiore Giovanni" userId="51c9b50b-c8bc-4aa2-86dd-292615f840d6" providerId="ADAL" clId="{7F11BD94-E639-4350-A6C0-E659DCCA1008}" dt="2022-10-08T14:33:51.559" v="887" actId="478"/>
          <ac:picMkLst>
            <pc:docMk/>
            <pc:sldMk cId="2599803630" sldId="2145707392"/>
            <ac:picMk id="3" creationId="{8128031C-2262-B3EA-F65F-BA28F8155061}"/>
          </ac:picMkLst>
        </pc:picChg>
        <pc:cxnChg chg="mod">
          <ac:chgData name="Tessiore Giovanni" userId="51c9b50b-c8bc-4aa2-86dd-292615f840d6" providerId="ADAL" clId="{7F11BD94-E639-4350-A6C0-E659DCCA1008}" dt="2022-10-08T13:34:17.613" v="0" actId="1076"/>
          <ac:cxnSpMkLst>
            <pc:docMk/>
            <pc:sldMk cId="2599803630" sldId="2145707392"/>
            <ac:cxnSpMk id="21" creationId="{E5F44B2C-B515-111D-9F6E-DB6F5853A255}"/>
          </ac:cxnSpMkLst>
        </pc:cxnChg>
      </pc:sldChg>
      <pc:sldChg chg="addSp delSp modSp mod modAnim">
        <pc:chgData name="Tessiore Giovanni" userId="51c9b50b-c8bc-4aa2-86dd-292615f840d6" providerId="ADAL" clId="{7F11BD94-E639-4350-A6C0-E659DCCA1008}" dt="2022-10-08T16:31:10.091" v="2380" actId="1076"/>
        <pc:sldMkLst>
          <pc:docMk/>
          <pc:sldMk cId="1093113873" sldId="2145707398"/>
        </pc:sldMkLst>
        <pc:spChg chg="del mod">
          <ac:chgData name="Tessiore Giovanni" userId="51c9b50b-c8bc-4aa2-86dd-292615f840d6" providerId="ADAL" clId="{7F11BD94-E639-4350-A6C0-E659DCCA1008}" dt="2022-10-08T15:30:02.526" v="1813" actId="478"/>
          <ac:spMkLst>
            <pc:docMk/>
            <pc:sldMk cId="1093113873" sldId="2145707398"/>
            <ac:spMk id="2" creationId="{F8909CD7-8917-1344-A515-DFFD2149CB96}"/>
          </ac:spMkLst>
        </pc:spChg>
        <pc:spChg chg="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3" creationId="{2F134BED-C572-09BE-3D25-83FCBAC10075}"/>
          </ac:spMkLst>
        </pc:spChg>
        <pc:spChg chg="mod">
          <ac:chgData name="Tessiore Giovanni" userId="51c9b50b-c8bc-4aa2-86dd-292615f840d6" providerId="ADAL" clId="{7F11BD94-E639-4350-A6C0-E659DCCA1008}" dt="2022-10-08T16:31:10.091" v="2380" actId="1076"/>
          <ac:spMkLst>
            <pc:docMk/>
            <pc:sldMk cId="1093113873" sldId="2145707398"/>
            <ac:spMk id="4" creationId="{C76800A8-A252-4D46-89EC-C92185CAFF88}"/>
          </ac:spMkLst>
        </pc:spChg>
        <pc:spChg chg="add 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5" creationId="{0D743226-58F1-DAE3-AB65-A8AD2CA896AF}"/>
          </ac:spMkLst>
        </pc:spChg>
        <pc:spChg chg="add 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6" creationId="{0D0706B9-BC0B-8E1A-C564-9AC7C67B23C1}"/>
          </ac:spMkLst>
        </pc:spChg>
        <pc:spChg chg="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7" creationId="{9FCDDC56-5455-4567-9ED4-7C5A377ED263}"/>
          </ac:spMkLst>
        </pc:spChg>
        <pc:spChg chg="del mod">
          <ac:chgData name="Tessiore Giovanni" userId="51c9b50b-c8bc-4aa2-86dd-292615f840d6" providerId="ADAL" clId="{7F11BD94-E639-4350-A6C0-E659DCCA1008}" dt="2022-10-08T15:41:20.285" v="1964" actId="478"/>
          <ac:spMkLst>
            <pc:docMk/>
            <pc:sldMk cId="1093113873" sldId="2145707398"/>
            <ac:spMk id="8" creationId="{43FA124E-EC53-42A3-93BA-A2A2748A1695}"/>
          </ac:spMkLst>
        </pc:spChg>
        <pc:spChg chg="add del mod">
          <ac:chgData name="Tessiore Giovanni" userId="51c9b50b-c8bc-4aa2-86dd-292615f840d6" providerId="ADAL" clId="{7F11BD94-E639-4350-A6C0-E659DCCA1008}" dt="2022-10-08T15:38:52.300" v="1921" actId="478"/>
          <ac:spMkLst>
            <pc:docMk/>
            <pc:sldMk cId="1093113873" sldId="2145707398"/>
            <ac:spMk id="9" creationId="{31EE3517-AFEA-F1C9-8043-94B82B11D4D2}"/>
          </ac:spMkLst>
        </pc:spChg>
        <pc:spChg chg="add 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11" creationId="{B0490AAF-E4F7-82E7-E292-A99380CE83C6}"/>
          </ac:spMkLst>
        </pc:spChg>
        <pc:spChg chg="add 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12" creationId="{F593ECD3-9516-7554-B5A4-3744A71F72DC}"/>
          </ac:spMkLst>
        </pc:spChg>
        <pc:spChg chg="add mod">
          <ac:chgData name="Tessiore Giovanni" userId="51c9b50b-c8bc-4aa2-86dd-292615f840d6" providerId="ADAL" clId="{7F11BD94-E639-4350-A6C0-E659DCCA1008}" dt="2022-10-08T16:31:05.918" v="2379" actId="1036"/>
          <ac:spMkLst>
            <pc:docMk/>
            <pc:sldMk cId="1093113873" sldId="2145707398"/>
            <ac:spMk id="13" creationId="{3D6A142F-34FA-47D9-2F87-25EA5EB1AFA9}"/>
          </ac:spMkLst>
        </pc:spChg>
        <pc:spChg chg="add del mod">
          <ac:chgData name="Tessiore Giovanni" userId="51c9b50b-c8bc-4aa2-86dd-292615f840d6" providerId="ADAL" clId="{7F11BD94-E639-4350-A6C0-E659DCCA1008}" dt="2022-10-08T15:43:41.012" v="2025" actId="478"/>
          <ac:spMkLst>
            <pc:docMk/>
            <pc:sldMk cId="1093113873" sldId="2145707398"/>
            <ac:spMk id="14" creationId="{75A4C082-BC71-FDBE-269B-1D3E70080503}"/>
          </ac:spMkLst>
        </pc:spChg>
        <pc:spChg chg="add del mod ord">
          <ac:chgData name="Tessiore Giovanni" userId="51c9b50b-c8bc-4aa2-86dd-292615f840d6" providerId="ADAL" clId="{7F11BD94-E639-4350-A6C0-E659DCCA1008}" dt="2022-10-08T15:44:15.550" v="2030" actId="478"/>
          <ac:spMkLst>
            <pc:docMk/>
            <pc:sldMk cId="1093113873" sldId="2145707398"/>
            <ac:spMk id="15" creationId="{375AA8F0-0F07-0EC7-E108-0CEF67A31594}"/>
          </ac:spMkLst>
        </pc:spChg>
        <pc:spChg chg="add del mod">
          <ac:chgData name="Tessiore Giovanni" userId="51c9b50b-c8bc-4aa2-86dd-292615f840d6" providerId="ADAL" clId="{7F11BD94-E639-4350-A6C0-E659DCCA1008}" dt="2022-10-08T15:45:42.418" v="2068" actId="478"/>
          <ac:spMkLst>
            <pc:docMk/>
            <pc:sldMk cId="1093113873" sldId="2145707398"/>
            <ac:spMk id="16" creationId="{CA88EB90-180D-F947-12AF-E83030BAAC3D}"/>
          </ac:spMkLst>
        </pc:spChg>
        <pc:picChg chg="add mod">
          <ac:chgData name="Tessiore Giovanni" userId="51c9b50b-c8bc-4aa2-86dd-292615f840d6" providerId="ADAL" clId="{7F11BD94-E639-4350-A6C0-E659DCCA1008}" dt="2022-10-08T16:31:05.918" v="2379" actId="1036"/>
          <ac:picMkLst>
            <pc:docMk/>
            <pc:sldMk cId="1093113873" sldId="2145707398"/>
            <ac:picMk id="10" creationId="{D57DBC06-EDAC-EECC-75F2-6BD505B21CB5}"/>
          </ac:picMkLst>
        </pc:picChg>
        <pc:picChg chg="add mod">
          <ac:chgData name="Tessiore Giovanni" userId="51c9b50b-c8bc-4aa2-86dd-292615f840d6" providerId="ADAL" clId="{7F11BD94-E639-4350-A6C0-E659DCCA1008}" dt="2022-10-08T16:30:32.998" v="2323"/>
          <ac:picMkLst>
            <pc:docMk/>
            <pc:sldMk cId="1093113873" sldId="2145707398"/>
            <ac:picMk id="17" creationId="{60A522F0-B679-1BAD-CDF2-4981509646CE}"/>
          </ac:picMkLst>
        </pc:picChg>
      </pc:sldChg>
      <pc:sldChg chg="addSp delSp modSp mod modAnim">
        <pc:chgData name="Tessiore Giovanni" userId="51c9b50b-c8bc-4aa2-86dd-292615f840d6" providerId="ADAL" clId="{7F11BD94-E639-4350-A6C0-E659DCCA1008}" dt="2022-10-08T17:17:12.917" v="2390"/>
        <pc:sldMkLst>
          <pc:docMk/>
          <pc:sldMk cId="3352162245" sldId="2145707399"/>
        </pc:sldMkLst>
        <pc:spChg chg="mod">
          <ac:chgData name="Tessiore Giovanni" userId="51c9b50b-c8bc-4aa2-86dd-292615f840d6" providerId="ADAL" clId="{7F11BD94-E639-4350-A6C0-E659DCCA1008}" dt="2022-10-08T16:04:16.504" v="2227" actId="20577"/>
          <ac:spMkLst>
            <pc:docMk/>
            <pc:sldMk cId="3352162245" sldId="2145707399"/>
            <ac:spMk id="3" creationId="{1858D5E7-F209-95BB-1671-58E85E0B94F4}"/>
          </ac:spMkLst>
        </pc:spChg>
        <pc:spChg chg="mod">
          <ac:chgData name="Tessiore Giovanni" userId="51c9b50b-c8bc-4aa2-86dd-292615f840d6" providerId="ADAL" clId="{7F11BD94-E639-4350-A6C0-E659DCCA1008}" dt="2022-10-08T16:04:22.738" v="2228" actId="20577"/>
          <ac:spMkLst>
            <pc:docMk/>
            <pc:sldMk cId="3352162245" sldId="2145707399"/>
            <ac:spMk id="4" creationId="{E36EE9D2-FE7C-D532-C73F-BD49AB374D77}"/>
          </ac:spMkLst>
        </pc:spChg>
        <pc:spChg chg="mod">
          <ac:chgData name="Tessiore Giovanni" userId="51c9b50b-c8bc-4aa2-86dd-292615f840d6" providerId="ADAL" clId="{7F11BD94-E639-4350-A6C0-E659DCCA1008}" dt="2022-10-08T15:59:31.112" v="2215" actId="6549"/>
          <ac:spMkLst>
            <pc:docMk/>
            <pc:sldMk cId="3352162245" sldId="2145707399"/>
            <ac:spMk id="5" creationId="{33187DBA-7462-84AD-C3C5-851DFD86B6ED}"/>
          </ac:spMkLst>
        </pc:spChg>
        <pc:spChg chg="add mod">
          <ac:chgData name="Tessiore Giovanni" userId="51c9b50b-c8bc-4aa2-86dd-292615f840d6" providerId="ADAL" clId="{7F11BD94-E639-4350-A6C0-E659DCCA1008}" dt="2022-10-08T16:31:18.806" v="2382" actId="1076"/>
          <ac:spMkLst>
            <pc:docMk/>
            <pc:sldMk cId="3352162245" sldId="2145707399"/>
            <ac:spMk id="8" creationId="{41D6FB4D-0543-588E-8C52-7C708631CCD2}"/>
          </ac:spMkLst>
        </pc:spChg>
        <pc:spChg chg="del mod">
          <ac:chgData name="Tessiore Giovanni" userId="51c9b50b-c8bc-4aa2-86dd-292615f840d6" providerId="ADAL" clId="{7F11BD94-E639-4350-A6C0-E659DCCA1008}" dt="2022-10-08T15:57:00.380" v="2148" actId="478"/>
          <ac:spMkLst>
            <pc:docMk/>
            <pc:sldMk cId="3352162245" sldId="2145707399"/>
            <ac:spMk id="43" creationId="{0B01F5CB-644B-4BDF-A1B6-6D7E4EF3028C}"/>
          </ac:spMkLst>
        </pc:spChg>
        <pc:spChg chg="mod">
          <ac:chgData name="Tessiore Giovanni" userId="51c9b50b-c8bc-4aa2-86dd-292615f840d6" providerId="ADAL" clId="{7F11BD94-E639-4350-A6C0-E659DCCA1008}" dt="2022-10-08T16:28:29.273" v="2312" actId="1076"/>
          <ac:spMkLst>
            <pc:docMk/>
            <pc:sldMk cId="3352162245" sldId="2145707399"/>
            <ac:spMk id="49" creationId="{1791CFCD-2B00-46A5-AA27-F3BC5A7EBDCF}"/>
          </ac:spMkLst>
        </pc:spChg>
        <pc:spChg chg="mod">
          <ac:chgData name="Tessiore Giovanni" userId="51c9b50b-c8bc-4aa2-86dd-292615f840d6" providerId="ADAL" clId="{7F11BD94-E639-4350-A6C0-E659DCCA1008}" dt="2022-10-08T16:28:29.273" v="2312" actId="1076"/>
          <ac:spMkLst>
            <pc:docMk/>
            <pc:sldMk cId="3352162245" sldId="2145707399"/>
            <ac:spMk id="50" creationId="{DE6118D0-7126-44EC-A183-FDFF8E2CAFB6}"/>
          </ac:spMkLst>
        </pc:spChg>
        <pc:spChg chg="mod">
          <ac:chgData name="Tessiore Giovanni" userId="51c9b50b-c8bc-4aa2-86dd-292615f840d6" providerId="ADAL" clId="{7F11BD94-E639-4350-A6C0-E659DCCA1008}" dt="2022-10-08T16:28:25.827" v="2311" actId="1076"/>
          <ac:spMkLst>
            <pc:docMk/>
            <pc:sldMk cId="3352162245" sldId="2145707399"/>
            <ac:spMk id="79" creationId="{246C098A-6ACC-2904-600F-67A51A37CE22}"/>
          </ac:spMkLst>
        </pc:spChg>
        <pc:spChg chg="mod">
          <ac:chgData name="Tessiore Giovanni" userId="51c9b50b-c8bc-4aa2-86dd-292615f840d6" providerId="ADAL" clId="{7F11BD94-E639-4350-A6C0-E659DCCA1008}" dt="2022-10-08T16:28:21.688" v="2310" actId="1076"/>
          <ac:spMkLst>
            <pc:docMk/>
            <pc:sldMk cId="3352162245" sldId="2145707399"/>
            <ac:spMk id="105" creationId="{51706A59-987C-7CA7-CD2F-5178E3D85071}"/>
          </ac:spMkLst>
        </pc:spChg>
        <pc:spChg chg="mod">
          <ac:chgData name="Tessiore Giovanni" userId="51c9b50b-c8bc-4aa2-86dd-292615f840d6" providerId="ADAL" clId="{7F11BD94-E639-4350-A6C0-E659DCCA1008}" dt="2022-10-08T16:04:31.650" v="2229" actId="20577"/>
          <ac:spMkLst>
            <pc:docMk/>
            <pc:sldMk cId="3352162245" sldId="2145707399"/>
            <ac:spMk id="128" creationId="{1407BBF1-BA66-DA36-C643-6FAEFFEE148A}"/>
          </ac:spMkLst>
        </pc:spChg>
        <pc:picChg chg="add mod">
          <ac:chgData name="Tessiore Giovanni" userId="51c9b50b-c8bc-4aa2-86dd-292615f840d6" providerId="ADAL" clId="{7F11BD94-E639-4350-A6C0-E659DCCA1008}" dt="2022-10-08T16:31:13.497" v="2381"/>
          <ac:picMkLst>
            <pc:docMk/>
            <pc:sldMk cId="3352162245" sldId="2145707399"/>
            <ac:picMk id="11" creationId="{9D603DA9-593E-9D90-E591-899306623D5A}"/>
          </ac:picMkLst>
        </pc:picChg>
      </pc:sldChg>
      <pc:sldChg chg="addSp modSp">
        <pc:chgData name="Tessiore Giovanni" userId="51c9b50b-c8bc-4aa2-86dd-292615f840d6" providerId="ADAL" clId="{7F11BD94-E639-4350-A6C0-E659DCCA1008}" dt="2022-10-08T16:31:40.148" v="2389"/>
        <pc:sldMkLst>
          <pc:docMk/>
          <pc:sldMk cId="846066407" sldId="2145707403"/>
        </pc:sldMkLst>
        <pc:picChg chg="add mod">
          <ac:chgData name="Tessiore Giovanni" userId="51c9b50b-c8bc-4aa2-86dd-292615f840d6" providerId="ADAL" clId="{7F11BD94-E639-4350-A6C0-E659DCCA1008}" dt="2022-10-08T16:31:40.148" v="2389"/>
          <ac:picMkLst>
            <pc:docMk/>
            <pc:sldMk cId="846066407" sldId="2145707403"/>
            <ac:picMk id="3" creationId="{530FAE1E-9C24-9372-D5AB-286A15A3DFA1}"/>
          </ac:picMkLst>
        </pc:picChg>
      </pc:sldChg>
      <pc:sldChg chg="addSp delSp modSp add del mod">
        <pc:chgData name="Tessiore Giovanni" userId="51c9b50b-c8bc-4aa2-86dd-292615f840d6" providerId="ADAL" clId="{7F11BD94-E639-4350-A6C0-E659DCCA1008}" dt="2022-10-08T14:11:30.642" v="648" actId="47"/>
        <pc:sldMkLst>
          <pc:docMk/>
          <pc:sldMk cId="351969382" sldId="2145707409"/>
        </pc:sldMkLst>
        <pc:spChg chg="add mod">
          <ac:chgData name="Tessiore Giovanni" userId="51c9b50b-c8bc-4aa2-86dd-292615f840d6" providerId="ADAL" clId="{7F11BD94-E639-4350-A6C0-E659DCCA1008}" dt="2022-10-08T14:10:05.715" v="618" actId="1076"/>
          <ac:spMkLst>
            <pc:docMk/>
            <pc:sldMk cId="351969382" sldId="2145707409"/>
            <ac:spMk id="7" creationId="{4FE68A5F-CBD8-0590-76FD-4783C8D3B1E3}"/>
          </ac:spMkLst>
        </pc:spChg>
        <pc:spChg chg="add mod">
          <ac:chgData name="Tessiore Giovanni" userId="51c9b50b-c8bc-4aa2-86dd-292615f840d6" providerId="ADAL" clId="{7F11BD94-E639-4350-A6C0-E659DCCA1008}" dt="2022-10-08T14:10:47.495" v="643" actId="1076"/>
          <ac:spMkLst>
            <pc:docMk/>
            <pc:sldMk cId="351969382" sldId="2145707409"/>
            <ac:spMk id="8" creationId="{C47BAF5A-682A-0130-4815-58BAA64CDCAF}"/>
          </ac:spMkLst>
        </pc:spChg>
        <pc:spChg chg="add mod">
          <ac:chgData name="Tessiore Giovanni" userId="51c9b50b-c8bc-4aa2-86dd-292615f840d6" providerId="ADAL" clId="{7F11BD94-E639-4350-A6C0-E659DCCA1008}" dt="2022-10-08T14:10:44.707" v="642" actId="1076"/>
          <ac:spMkLst>
            <pc:docMk/>
            <pc:sldMk cId="351969382" sldId="2145707409"/>
            <ac:spMk id="9" creationId="{7E9EC90B-0826-A147-5933-67D1CA3120DB}"/>
          </ac:spMkLst>
        </pc:spChg>
        <pc:spChg chg="del">
          <ac:chgData name="Tessiore Giovanni" userId="51c9b50b-c8bc-4aa2-86dd-292615f840d6" providerId="ADAL" clId="{7F11BD94-E639-4350-A6C0-E659DCCA1008}" dt="2022-10-08T14:07:00.162" v="562" actId="478"/>
          <ac:spMkLst>
            <pc:docMk/>
            <pc:sldMk cId="351969382" sldId="2145707409"/>
            <ac:spMk id="14" creationId="{A15F4E45-B229-3AD9-E70B-7026B170B96B}"/>
          </ac:spMkLst>
        </pc:spChg>
        <pc:spChg chg="del">
          <ac:chgData name="Tessiore Giovanni" userId="51c9b50b-c8bc-4aa2-86dd-292615f840d6" providerId="ADAL" clId="{7F11BD94-E639-4350-A6C0-E659DCCA1008}" dt="2022-10-08T14:07:00.707" v="563" actId="478"/>
          <ac:spMkLst>
            <pc:docMk/>
            <pc:sldMk cId="351969382" sldId="2145707409"/>
            <ac:spMk id="15" creationId="{EED1C90C-FF84-EF1B-7841-7427EE7802CB}"/>
          </ac:spMkLst>
        </pc:spChg>
        <pc:spChg chg="del">
          <ac:chgData name="Tessiore Giovanni" userId="51c9b50b-c8bc-4aa2-86dd-292615f840d6" providerId="ADAL" clId="{7F11BD94-E639-4350-A6C0-E659DCCA1008}" dt="2022-10-08T14:06:59.662" v="561" actId="478"/>
          <ac:spMkLst>
            <pc:docMk/>
            <pc:sldMk cId="351969382" sldId="2145707409"/>
            <ac:spMk id="16" creationId="{A50656C6-A79A-8A6D-75ED-40278EB7F676}"/>
          </ac:spMkLst>
        </pc:spChg>
        <pc:spChg chg="del">
          <ac:chgData name="Tessiore Giovanni" userId="51c9b50b-c8bc-4aa2-86dd-292615f840d6" providerId="ADAL" clId="{7F11BD94-E639-4350-A6C0-E659DCCA1008}" dt="2022-10-08T14:07:06.858" v="570" actId="478"/>
          <ac:spMkLst>
            <pc:docMk/>
            <pc:sldMk cId="351969382" sldId="2145707409"/>
            <ac:spMk id="17" creationId="{11B36BA1-066B-001C-ECFC-995A58582F06}"/>
          </ac:spMkLst>
        </pc:spChg>
        <pc:spChg chg="del mod">
          <ac:chgData name="Tessiore Giovanni" userId="51c9b50b-c8bc-4aa2-86dd-292615f840d6" providerId="ADAL" clId="{7F11BD94-E639-4350-A6C0-E659DCCA1008}" dt="2022-10-08T14:07:05.581" v="569" actId="478"/>
          <ac:spMkLst>
            <pc:docMk/>
            <pc:sldMk cId="351969382" sldId="2145707409"/>
            <ac:spMk id="18" creationId="{7C880347-EB36-2694-9352-ABB320B2E09D}"/>
          </ac:spMkLst>
        </pc:spChg>
        <pc:spChg chg="del">
          <ac:chgData name="Tessiore Giovanni" userId="51c9b50b-c8bc-4aa2-86dd-292615f840d6" providerId="ADAL" clId="{7F11BD94-E639-4350-A6C0-E659DCCA1008}" dt="2022-10-08T14:07:02.016" v="565" actId="478"/>
          <ac:spMkLst>
            <pc:docMk/>
            <pc:sldMk cId="351969382" sldId="2145707409"/>
            <ac:spMk id="19" creationId="{B39C732A-6DC0-87A1-8DFA-D0BAD382B892}"/>
          </ac:spMkLst>
        </pc:spChg>
        <pc:graphicFrameChg chg="add del mod modGraphic">
          <ac:chgData name="Tessiore Giovanni" userId="51c9b50b-c8bc-4aa2-86dd-292615f840d6" providerId="ADAL" clId="{7F11BD94-E639-4350-A6C0-E659DCCA1008}" dt="2022-10-08T14:07:59.621" v="599" actId="478"/>
          <ac:graphicFrameMkLst>
            <pc:docMk/>
            <pc:sldMk cId="351969382" sldId="2145707409"/>
            <ac:graphicFrameMk id="2" creationId="{EC823D37-B397-0BD7-F351-8CAE8CA935F0}"/>
          </ac:graphicFrameMkLst>
        </pc:graphicFrameChg>
        <pc:picChg chg="add del mod">
          <ac:chgData name="Tessiore Giovanni" userId="51c9b50b-c8bc-4aa2-86dd-292615f840d6" providerId="ADAL" clId="{7F11BD94-E639-4350-A6C0-E659DCCA1008}" dt="2022-10-08T14:09:10.494" v="604" actId="478"/>
          <ac:picMkLst>
            <pc:docMk/>
            <pc:sldMk cId="351969382" sldId="2145707409"/>
            <ac:picMk id="4" creationId="{7A19D971-30C4-74D5-83DC-DA4DFA0D43E7}"/>
          </ac:picMkLst>
        </pc:picChg>
        <pc:picChg chg="add mod">
          <ac:chgData name="Tessiore Giovanni" userId="51c9b50b-c8bc-4aa2-86dd-292615f840d6" providerId="ADAL" clId="{7F11BD94-E639-4350-A6C0-E659DCCA1008}" dt="2022-10-08T14:10:09.995" v="620" actId="1076"/>
          <ac:picMkLst>
            <pc:docMk/>
            <pc:sldMk cId="351969382" sldId="2145707409"/>
            <ac:picMk id="6" creationId="{6C5EC30D-744C-DDF7-4E6E-9F081866D8CE}"/>
          </ac:picMkLst>
        </pc:picChg>
        <pc:picChg chg="del">
          <ac:chgData name="Tessiore Giovanni" userId="51c9b50b-c8bc-4aa2-86dd-292615f840d6" providerId="ADAL" clId="{7F11BD94-E639-4350-A6C0-E659DCCA1008}" dt="2022-10-08T14:07:03.623" v="567" actId="478"/>
          <ac:picMkLst>
            <pc:docMk/>
            <pc:sldMk cId="351969382" sldId="2145707409"/>
            <ac:picMk id="23" creationId="{FD08E670-0120-D1E9-D9A0-9ADA49A2C1D1}"/>
          </ac:picMkLst>
        </pc:picChg>
        <pc:picChg chg="del">
          <ac:chgData name="Tessiore Giovanni" userId="51c9b50b-c8bc-4aa2-86dd-292615f840d6" providerId="ADAL" clId="{7F11BD94-E639-4350-A6C0-E659DCCA1008}" dt="2022-10-08T14:07:01.587" v="564" actId="478"/>
          <ac:picMkLst>
            <pc:docMk/>
            <pc:sldMk cId="351969382" sldId="2145707409"/>
            <ac:picMk id="24" creationId="{5F697F71-38E3-5BE9-E993-C5B0829FD17C}"/>
          </ac:picMkLst>
        </pc:picChg>
      </pc:sldChg>
      <pc:sldChg chg="addSp delSp modSp add mod">
        <pc:chgData name="Tessiore Giovanni" userId="51c9b50b-c8bc-4aa2-86dd-292615f840d6" providerId="ADAL" clId="{7F11BD94-E639-4350-A6C0-E659DCCA1008}" dt="2022-10-08T14:34:16.590" v="892" actId="1076"/>
        <pc:sldMkLst>
          <pc:docMk/>
          <pc:sldMk cId="568817151" sldId="2145707409"/>
        </pc:sldMkLst>
        <pc:spChg chg="del">
          <ac:chgData name="Tessiore Giovanni" userId="51c9b50b-c8bc-4aa2-86dd-292615f840d6" providerId="ADAL" clId="{7F11BD94-E639-4350-A6C0-E659DCCA1008}" dt="2022-10-08T14:34:11.770" v="890" actId="478"/>
          <ac:spMkLst>
            <pc:docMk/>
            <pc:sldMk cId="568817151" sldId="2145707409"/>
            <ac:spMk id="2" creationId="{598EC9B4-77D4-A646-A2E8-9F505FC4B7EC}"/>
          </ac:spMkLst>
        </pc:spChg>
        <pc:grpChg chg="del">
          <ac:chgData name="Tessiore Giovanni" userId="51c9b50b-c8bc-4aa2-86dd-292615f840d6" providerId="ADAL" clId="{7F11BD94-E639-4350-A6C0-E659DCCA1008}" dt="2022-10-08T14:34:11.770" v="890" actId="478"/>
          <ac:grpSpMkLst>
            <pc:docMk/>
            <pc:sldMk cId="568817151" sldId="2145707409"/>
            <ac:grpSpMk id="32" creationId="{1F6EB0B9-B289-703A-0101-3975427A706C}"/>
          </ac:grpSpMkLst>
        </pc:grpChg>
        <pc:picChg chg="add mod">
          <ac:chgData name="Tessiore Giovanni" userId="51c9b50b-c8bc-4aa2-86dd-292615f840d6" providerId="ADAL" clId="{7F11BD94-E639-4350-A6C0-E659DCCA1008}" dt="2022-10-08T14:34:16.590" v="892" actId="1076"/>
          <ac:picMkLst>
            <pc:docMk/>
            <pc:sldMk cId="568817151" sldId="2145707409"/>
            <ac:picMk id="1026" creationId="{442F659A-4810-00EC-2531-4F15B189DA93}"/>
          </ac:picMkLst>
        </pc:picChg>
      </pc:sldChg>
      <pc:sldChg chg="addSp modSp">
        <pc:chgData name="Tessiore Giovanni" userId="51c9b50b-c8bc-4aa2-86dd-292615f840d6" providerId="ADAL" clId="{7F11BD94-E639-4350-A6C0-E659DCCA1008}" dt="2022-10-08T16:31:36.309" v="2387"/>
        <pc:sldMkLst>
          <pc:docMk/>
          <pc:sldMk cId="2518305557" sldId="2145707410"/>
        </pc:sldMkLst>
        <pc:picChg chg="add mod">
          <ac:chgData name="Tessiore Giovanni" userId="51c9b50b-c8bc-4aa2-86dd-292615f840d6" providerId="ADAL" clId="{7F11BD94-E639-4350-A6C0-E659DCCA1008}" dt="2022-10-08T16:31:36.309" v="2387"/>
          <ac:picMkLst>
            <pc:docMk/>
            <pc:sldMk cId="2518305557" sldId="2145707410"/>
            <ac:picMk id="3" creationId="{544A50DA-0122-28BF-8C6E-1FF44A0B9AFD}"/>
          </ac:picMkLst>
        </pc:picChg>
      </pc:sldChg>
      <pc:sldChg chg="addSp modSp">
        <pc:chgData name="Tessiore Giovanni" userId="51c9b50b-c8bc-4aa2-86dd-292615f840d6" providerId="ADAL" clId="{7F11BD94-E639-4350-A6C0-E659DCCA1008}" dt="2022-10-08T16:31:34.712" v="2386"/>
        <pc:sldMkLst>
          <pc:docMk/>
          <pc:sldMk cId="811149033" sldId="2145707411"/>
        </pc:sldMkLst>
        <pc:picChg chg="add mod">
          <ac:chgData name="Tessiore Giovanni" userId="51c9b50b-c8bc-4aa2-86dd-292615f840d6" providerId="ADAL" clId="{7F11BD94-E639-4350-A6C0-E659DCCA1008}" dt="2022-10-08T16:31:34.712" v="2386"/>
          <ac:picMkLst>
            <pc:docMk/>
            <pc:sldMk cId="811149033" sldId="2145707411"/>
            <ac:picMk id="2" creationId="{224C81E2-FBC6-BDEC-023C-D6E5C86D4B7A}"/>
          </ac:picMkLst>
        </pc:picChg>
      </pc:sldChg>
      <pc:sldChg chg="addSp modSp">
        <pc:chgData name="Tessiore Giovanni" userId="51c9b50b-c8bc-4aa2-86dd-292615f840d6" providerId="ADAL" clId="{7F11BD94-E639-4350-A6C0-E659DCCA1008}" dt="2022-10-08T16:31:33.122" v="2385"/>
        <pc:sldMkLst>
          <pc:docMk/>
          <pc:sldMk cId="2775048252" sldId="2145707412"/>
        </pc:sldMkLst>
        <pc:picChg chg="add mod">
          <ac:chgData name="Tessiore Giovanni" userId="51c9b50b-c8bc-4aa2-86dd-292615f840d6" providerId="ADAL" clId="{7F11BD94-E639-4350-A6C0-E659DCCA1008}" dt="2022-10-08T16:31:33.122" v="2385"/>
          <ac:picMkLst>
            <pc:docMk/>
            <pc:sldMk cId="2775048252" sldId="2145707412"/>
            <ac:picMk id="2" creationId="{925A9A53-FC8A-0044-362F-CE8019C761CE}"/>
          </ac:picMkLst>
        </pc:picChg>
      </pc:sldChg>
      <pc:sldChg chg="addSp modSp">
        <pc:chgData name="Tessiore Giovanni" userId="51c9b50b-c8bc-4aa2-86dd-292615f840d6" providerId="ADAL" clId="{7F11BD94-E639-4350-A6C0-E659DCCA1008}" dt="2022-10-08T16:31:30.274" v="2384"/>
        <pc:sldMkLst>
          <pc:docMk/>
          <pc:sldMk cId="1225825007" sldId="2145707413"/>
        </pc:sldMkLst>
        <pc:picChg chg="add mod">
          <ac:chgData name="Tessiore Giovanni" userId="51c9b50b-c8bc-4aa2-86dd-292615f840d6" providerId="ADAL" clId="{7F11BD94-E639-4350-A6C0-E659DCCA1008}" dt="2022-10-08T16:31:30.274" v="2384"/>
          <ac:picMkLst>
            <pc:docMk/>
            <pc:sldMk cId="1225825007" sldId="2145707413"/>
            <ac:picMk id="2" creationId="{4AC6CEB0-1639-02DC-B1A8-5DA0CC5ADB31}"/>
          </ac:picMkLst>
        </pc:picChg>
      </pc:sldChg>
      <pc:sldChg chg="add del">
        <pc:chgData name="Tessiore Giovanni" userId="51c9b50b-c8bc-4aa2-86dd-292615f840d6" providerId="ADAL" clId="{7F11BD94-E639-4350-A6C0-E659DCCA1008}" dt="2022-10-08T15:46:08.448" v="2070" actId="47"/>
        <pc:sldMkLst>
          <pc:docMk/>
          <pc:sldMk cId="1914555304" sldId="2145707414"/>
        </pc:sldMkLst>
      </pc:sldChg>
      <pc:sldChg chg="addSp modSp">
        <pc:chgData name="Tessiore Giovanni" userId="51c9b50b-c8bc-4aa2-86dd-292615f840d6" providerId="ADAL" clId="{7F11BD94-E639-4350-A6C0-E659DCCA1008}" dt="2022-10-08T16:31:38.161" v="2388"/>
        <pc:sldMkLst>
          <pc:docMk/>
          <pc:sldMk cId="2587011232" sldId="2145707415"/>
        </pc:sldMkLst>
        <pc:picChg chg="add mod">
          <ac:chgData name="Tessiore Giovanni" userId="51c9b50b-c8bc-4aa2-86dd-292615f840d6" providerId="ADAL" clId="{7F11BD94-E639-4350-A6C0-E659DCCA1008}" dt="2022-10-08T16:31:38.161" v="2388"/>
          <ac:picMkLst>
            <pc:docMk/>
            <pc:sldMk cId="2587011232" sldId="2145707415"/>
            <ac:picMk id="2" creationId="{B8AB7D87-4BC2-8A1E-662C-8B8FBC3096B6}"/>
          </ac:picMkLst>
        </pc:picChg>
      </pc:sldChg>
      <pc:sldChg chg="addSp delSp modSp add del mod addAnim delAnim modAnim modShow">
        <pc:chgData name="Tessiore Giovanni" userId="51c9b50b-c8bc-4aa2-86dd-292615f840d6" providerId="ADAL" clId="{7F11BD94-E639-4350-A6C0-E659DCCA1008}" dt="2022-10-08T16:31:28.439" v="2383" actId="47"/>
        <pc:sldMkLst>
          <pc:docMk/>
          <pc:sldMk cId="338487881" sldId="2145707416"/>
        </pc:sldMkLst>
        <pc:spChg chg="mod">
          <ac:chgData name="Tessiore Giovanni" userId="51c9b50b-c8bc-4aa2-86dd-292615f840d6" providerId="ADAL" clId="{7F11BD94-E639-4350-A6C0-E659DCCA1008}" dt="2022-10-08T16:09:47.348" v="2248" actId="1076"/>
          <ac:spMkLst>
            <pc:docMk/>
            <pc:sldMk cId="338487881" sldId="2145707416"/>
            <ac:spMk id="4" creationId="{E36EE9D2-FE7C-D532-C73F-BD49AB374D77}"/>
          </ac:spMkLst>
        </pc:spChg>
        <pc:spChg chg="add del mod">
          <ac:chgData name="Tessiore Giovanni" userId="51c9b50b-c8bc-4aa2-86dd-292615f840d6" providerId="ADAL" clId="{7F11BD94-E639-4350-A6C0-E659DCCA1008}" dt="2022-10-08T16:09:32.964" v="2246" actId="478"/>
          <ac:spMkLst>
            <pc:docMk/>
            <pc:sldMk cId="338487881" sldId="2145707416"/>
            <ac:spMk id="11" creationId="{D4A6B398-ED7E-5999-F57A-30CDE0BFCE5D}"/>
          </ac:spMkLst>
        </pc:spChg>
        <pc:spChg chg="add mod">
          <ac:chgData name="Tessiore Giovanni" userId="51c9b50b-c8bc-4aa2-86dd-292615f840d6" providerId="ADAL" clId="{7F11BD94-E639-4350-A6C0-E659DCCA1008}" dt="2022-10-08T16:12:31.813" v="2290" actId="20577"/>
          <ac:spMkLst>
            <pc:docMk/>
            <pc:sldMk cId="338487881" sldId="2145707416"/>
            <ac:spMk id="12" creationId="{F0D17AA1-A478-10C7-75EE-49D7E311E33A}"/>
          </ac:spMkLst>
        </pc:spChg>
        <pc:spChg chg="mod">
          <ac:chgData name="Tessiore Giovanni" userId="51c9b50b-c8bc-4aa2-86dd-292615f840d6" providerId="ADAL" clId="{7F11BD94-E639-4350-A6C0-E659DCCA1008}" dt="2022-10-08T16:10:32.262" v="2262" actId="1076"/>
          <ac:spMkLst>
            <pc:docMk/>
            <pc:sldMk cId="338487881" sldId="2145707416"/>
            <ac:spMk id="13" creationId="{4557D20A-41F0-A88F-1199-D67B87BF5D7F}"/>
          </ac:spMkLst>
        </pc:spChg>
        <pc:spChg chg="mod">
          <ac:chgData name="Tessiore Giovanni" userId="51c9b50b-c8bc-4aa2-86dd-292615f840d6" providerId="ADAL" clId="{7F11BD94-E639-4350-A6C0-E659DCCA1008}" dt="2022-10-08T16:10:39.700" v="2266" actId="1076"/>
          <ac:spMkLst>
            <pc:docMk/>
            <pc:sldMk cId="338487881" sldId="2145707416"/>
            <ac:spMk id="36" creationId="{8019A9D1-14FE-A284-BCAC-E597F6A91969}"/>
          </ac:spMkLst>
        </pc:spChg>
        <pc:spChg chg="add del mod">
          <ac:chgData name="Tessiore Giovanni" userId="51c9b50b-c8bc-4aa2-86dd-292615f840d6" providerId="ADAL" clId="{7F11BD94-E639-4350-A6C0-E659DCCA1008}" dt="2022-10-08T16:11:05.636" v="2270" actId="1582"/>
          <ac:spMkLst>
            <pc:docMk/>
            <pc:sldMk cId="338487881" sldId="2145707416"/>
            <ac:spMk id="49" creationId="{1791CFCD-2B00-46A5-AA27-F3BC5A7EBDCF}"/>
          </ac:spMkLst>
        </pc:spChg>
        <pc:spChg chg="del mod">
          <ac:chgData name="Tessiore Giovanni" userId="51c9b50b-c8bc-4aa2-86dd-292615f840d6" providerId="ADAL" clId="{7F11BD94-E639-4350-A6C0-E659DCCA1008}" dt="2022-10-08T16:09:55.606" v="2250" actId="478"/>
          <ac:spMkLst>
            <pc:docMk/>
            <pc:sldMk cId="338487881" sldId="2145707416"/>
            <ac:spMk id="50" creationId="{DE6118D0-7126-44EC-A183-FDFF8E2CAFB6}"/>
          </ac:spMkLst>
        </pc:spChg>
        <pc:spChg chg="del">
          <ac:chgData name="Tessiore Giovanni" userId="51c9b50b-c8bc-4aa2-86dd-292615f840d6" providerId="ADAL" clId="{7F11BD94-E639-4350-A6C0-E659DCCA1008}" dt="2022-10-08T16:07:50.624" v="2234" actId="478"/>
          <ac:spMkLst>
            <pc:docMk/>
            <pc:sldMk cId="338487881" sldId="2145707416"/>
            <ac:spMk id="79" creationId="{246C098A-6ACC-2904-600F-67A51A37CE22}"/>
          </ac:spMkLst>
        </pc:spChg>
        <pc:spChg chg="del">
          <ac:chgData name="Tessiore Giovanni" userId="51c9b50b-c8bc-4aa2-86dd-292615f840d6" providerId="ADAL" clId="{7F11BD94-E639-4350-A6C0-E659DCCA1008}" dt="2022-10-08T16:07:47.801" v="2233" actId="478"/>
          <ac:spMkLst>
            <pc:docMk/>
            <pc:sldMk cId="338487881" sldId="2145707416"/>
            <ac:spMk id="105" creationId="{51706A59-987C-7CA7-CD2F-5178E3D85071}"/>
          </ac:spMkLst>
        </pc:spChg>
        <pc:spChg chg="mod">
          <ac:chgData name="Tessiore Giovanni" userId="51c9b50b-c8bc-4aa2-86dd-292615f840d6" providerId="ADAL" clId="{7F11BD94-E639-4350-A6C0-E659DCCA1008}" dt="2022-10-08T16:08:20.203" v="2238" actId="14100"/>
          <ac:spMkLst>
            <pc:docMk/>
            <pc:sldMk cId="338487881" sldId="2145707416"/>
            <ac:spMk id="144" creationId="{1F98BA92-F125-5C0A-74AE-1586B2A4E9AF}"/>
          </ac:spMkLst>
        </pc:spChg>
        <pc:picChg chg="mod">
          <ac:chgData name="Tessiore Giovanni" userId="51c9b50b-c8bc-4aa2-86dd-292615f840d6" providerId="ADAL" clId="{7F11BD94-E639-4350-A6C0-E659DCCA1008}" dt="2022-10-08T16:10:43.120" v="2267" actId="1076"/>
          <ac:picMkLst>
            <pc:docMk/>
            <pc:sldMk cId="338487881" sldId="2145707416"/>
            <ac:picMk id="124" creationId="{CDCF1C94-AD73-D000-C0B8-FB1EC03DEFCD}"/>
          </ac:picMkLst>
        </pc:picChg>
      </pc:sldChg>
      <pc:sldChg chg="addSp modSp mod">
        <pc:chgData name="Tessiore Giovanni" userId="51c9b50b-c8bc-4aa2-86dd-292615f840d6" providerId="ADAL" clId="{7F11BD94-E639-4350-A6C0-E659DCCA1008}" dt="2022-10-08T16:30:56.103" v="2352" actId="1036"/>
        <pc:sldMkLst>
          <pc:docMk/>
          <pc:sldMk cId="4227065933" sldId="2145707418"/>
        </pc:sldMkLst>
        <pc:spChg chg="mod">
          <ac:chgData name="Tessiore Giovanni" userId="51c9b50b-c8bc-4aa2-86dd-292615f840d6" providerId="ADAL" clId="{7F11BD94-E639-4350-A6C0-E659DCCA1008}" dt="2022-10-08T16:30:28.572" v="2322" actId="1076"/>
          <ac:spMkLst>
            <pc:docMk/>
            <pc:sldMk cId="4227065933" sldId="2145707418"/>
            <ac:spMk id="5" creationId="{8C3FE18C-75DA-FBFF-94E7-19710DD8585E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7" creationId="{EC328AB9-C044-BDE6-6D28-3A6FED823D83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9" creationId="{29AAF822-6F41-3281-B456-21E5C8691EDF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0" creationId="{89496819-92C3-D929-6B0A-91A5E14F900F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1" creationId="{177C1243-DB8C-55E5-EFBB-E56D4EC039B3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3" creationId="{145EA031-B72F-086B-ED5E-DE0F8DF7AC3D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4" creationId="{8776F79B-4D7A-8BC0-892C-CDBB8A8612F2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5" creationId="{0D95CAF4-3E59-D552-FF9C-5918F8CFFD0C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6" creationId="{ED6E032A-3EA8-C8FE-BE7F-EDF606D0FB6B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7" creationId="{2C0D5132-3B38-2D36-2343-2EE4A6A957ED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8" creationId="{0849D2EA-6C6B-7D6D-C8DA-EBA17553704E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19" creationId="{1B3C615E-8E79-E59B-32DA-A113018BC979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21" creationId="{449BA8FE-DFB9-071B-8224-A2E614EFAE7C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22" creationId="{EC39CD52-5A14-2BB5-DDB3-58699D074909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23" creationId="{85EC074B-62DE-64E4-7909-E73323FBF788}"/>
          </ac:spMkLst>
        </pc:spChg>
        <pc:spChg chg="mod">
          <ac:chgData name="Tessiore Giovanni" userId="51c9b50b-c8bc-4aa2-86dd-292615f840d6" providerId="ADAL" clId="{7F11BD94-E639-4350-A6C0-E659DCCA1008}" dt="2022-10-08T16:30:56.103" v="2352" actId="1036"/>
          <ac:spMkLst>
            <pc:docMk/>
            <pc:sldMk cId="4227065933" sldId="2145707418"/>
            <ac:spMk id="24" creationId="{EB990B16-D10B-A99C-F2AE-E14544689E5D}"/>
          </ac:spMkLst>
        </pc:spChg>
        <pc:grpChg chg="mod">
          <ac:chgData name="Tessiore Giovanni" userId="51c9b50b-c8bc-4aa2-86dd-292615f840d6" providerId="ADAL" clId="{7F11BD94-E639-4350-A6C0-E659DCCA1008}" dt="2022-10-08T16:30:56.103" v="2352" actId="1036"/>
          <ac:grpSpMkLst>
            <pc:docMk/>
            <pc:sldMk cId="4227065933" sldId="2145707418"/>
            <ac:grpSpMk id="8" creationId="{9FF7386C-BF2F-CBD6-EC92-2FAD96042F93}"/>
          </ac:grpSpMkLst>
        </pc:grpChg>
        <pc:grpChg chg="mod">
          <ac:chgData name="Tessiore Giovanni" userId="51c9b50b-c8bc-4aa2-86dd-292615f840d6" providerId="ADAL" clId="{7F11BD94-E639-4350-A6C0-E659DCCA1008}" dt="2022-10-08T16:30:56.103" v="2352" actId="1036"/>
          <ac:grpSpMkLst>
            <pc:docMk/>
            <pc:sldMk cId="4227065933" sldId="2145707418"/>
            <ac:grpSpMk id="12" creationId="{BC7656F4-9730-330D-2707-2724A5B1B24A}"/>
          </ac:grpSpMkLst>
        </pc:grpChg>
        <pc:grpChg chg="mod">
          <ac:chgData name="Tessiore Giovanni" userId="51c9b50b-c8bc-4aa2-86dd-292615f840d6" providerId="ADAL" clId="{7F11BD94-E639-4350-A6C0-E659DCCA1008}" dt="2022-10-08T16:30:56.103" v="2352" actId="1036"/>
          <ac:grpSpMkLst>
            <pc:docMk/>
            <pc:sldMk cId="4227065933" sldId="2145707418"/>
            <ac:grpSpMk id="20" creationId="{366B3100-F4B9-D613-C232-AF9EF92EA727}"/>
          </ac:grpSpMkLst>
        </pc:grpChg>
        <pc:grpChg chg="mod">
          <ac:chgData name="Tessiore Giovanni" userId="51c9b50b-c8bc-4aa2-86dd-292615f840d6" providerId="ADAL" clId="{7F11BD94-E639-4350-A6C0-E659DCCA1008}" dt="2022-10-08T16:30:56.103" v="2352" actId="1036"/>
          <ac:grpSpMkLst>
            <pc:docMk/>
            <pc:sldMk cId="4227065933" sldId="2145707418"/>
            <ac:grpSpMk id="25" creationId="{67561752-53B7-2032-EDE9-3EF0546C9D89}"/>
          </ac:grpSpMkLst>
        </pc:grpChg>
        <pc:grpChg chg="mod">
          <ac:chgData name="Tessiore Giovanni" userId="51c9b50b-c8bc-4aa2-86dd-292615f840d6" providerId="ADAL" clId="{7F11BD94-E639-4350-A6C0-E659DCCA1008}" dt="2022-10-08T16:30:56.103" v="2352" actId="1036"/>
          <ac:grpSpMkLst>
            <pc:docMk/>
            <pc:sldMk cId="4227065933" sldId="2145707418"/>
            <ac:grpSpMk id="26" creationId="{14B458AB-8EBE-FF4C-2800-AD4412F71C42}"/>
          </ac:grpSpMkLst>
        </pc:grpChg>
        <pc:grpChg chg="mod">
          <ac:chgData name="Tessiore Giovanni" userId="51c9b50b-c8bc-4aa2-86dd-292615f840d6" providerId="ADAL" clId="{7F11BD94-E639-4350-A6C0-E659DCCA1008}" dt="2022-10-08T16:30:56.103" v="2352" actId="1036"/>
          <ac:grpSpMkLst>
            <pc:docMk/>
            <pc:sldMk cId="4227065933" sldId="2145707418"/>
            <ac:grpSpMk id="27" creationId="{7C599E09-CBC4-69DB-B22C-9D77CFA6B6AE}"/>
          </ac:grpSpMkLst>
        </pc:grpChg>
        <pc:picChg chg="add mod">
          <ac:chgData name="Tessiore Giovanni" userId="51c9b50b-c8bc-4aa2-86dd-292615f840d6" providerId="ADAL" clId="{7F11BD94-E639-4350-A6C0-E659DCCA1008}" dt="2022-10-08T16:29:57.744" v="2320"/>
          <ac:picMkLst>
            <pc:docMk/>
            <pc:sldMk cId="4227065933" sldId="2145707418"/>
            <ac:picMk id="2" creationId="{19940862-9FC3-CFD5-9C1B-D8943C698C00}"/>
          </ac:picMkLst>
        </pc:picChg>
        <pc:picChg chg="mod">
          <ac:chgData name="Tessiore Giovanni" userId="51c9b50b-c8bc-4aa2-86dd-292615f840d6" providerId="ADAL" clId="{7F11BD94-E639-4350-A6C0-E659DCCA1008}" dt="2022-10-08T16:30:56.103" v="2352" actId="1036"/>
          <ac:picMkLst>
            <pc:docMk/>
            <pc:sldMk cId="4227065933" sldId="2145707418"/>
            <ac:picMk id="6" creationId="{92343320-1198-B9A5-C76D-8834CC6EF2F9}"/>
          </ac:picMkLst>
        </pc:picChg>
      </pc:sldChg>
    </pc:docChg>
  </pc:docChgLst>
  <pc:docChgLst>
    <pc:chgData name="a.abraham@innovationteam.eu" userId="S::urn:spo:guest#a.abraham@innovationteam.eu::" providerId="AD" clId="Web-{DF049FE9-B9F4-5C97-04BB-F79E69358195}"/>
    <pc:docChg chg="addSld modSld">
      <pc:chgData name="a.abraham@innovationteam.eu" userId="S::urn:spo:guest#a.abraham@innovationteam.eu::" providerId="AD" clId="Web-{DF049FE9-B9F4-5C97-04BB-F79E69358195}" dt="2022-10-08T16:35:58.185" v="40"/>
      <pc:docMkLst>
        <pc:docMk/>
      </pc:docMkLst>
      <pc:sldChg chg="add">
        <pc:chgData name="a.abraham@innovationteam.eu" userId="S::urn:spo:guest#a.abraham@innovationteam.eu::" providerId="AD" clId="Web-{DF049FE9-B9F4-5C97-04BB-F79E69358195}" dt="2022-10-08T15:24:35.778" v="0"/>
        <pc:sldMkLst>
          <pc:docMk/>
          <pc:sldMk cId="2518305557" sldId="2145707410"/>
        </pc:sldMkLst>
      </pc:sldChg>
      <pc:sldChg chg="add modTransition">
        <pc:chgData name="a.abraham@innovationteam.eu" userId="S::urn:spo:guest#a.abraham@innovationteam.eu::" providerId="AD" clId="Web-{DF049FE9-B9F4-5C97-04BB-F79E69358195}" dt="2022-10-08T16:26:35.148" v="9"/>
        <pc:sldMkLst>
          <pc:docMk/>
          <pc:sldMk cId="811149033" sldId="2145707411"/>
        </pc:sldMkLst>
      </pc:sldChg>
      <pc:sldChg chg="add addAnim delAnim">
        <pc:chgData name="a.abraham@innovationteam.eu" userId="S::urn:spo:guest#a.abraham@innovationteam.eu::" providerId="AD" clId="Web-{DF049FE9-B9F4-5C97-04BB-F79E69358195}" dt="2022-10-08T16:25:33.583" v="7"/>
        <pc:sldMkLst>
          <pc:docMk/>
          <pc:sldMk cId="2775048252" sldId="2145707412"/>
        </pc:sldMkLst>
      </pc:sldChg>
      <pc:sldChg chg="add delAnim">
        <pc:chgData name="a.abraham@innovationteam.eu" userId="S::urn:spo:guest#a.abraham@innovationteam.eu::" providerId="AD" clId="Web-{DF049FE9-B9F4-5C97-04BB-F79E69358195}" dt="2022-10-08T16:20:28.543" v="5"/>
        <pc:sldMkLst>
          <pc:docMk/>
          <pc:sldMk cId="1225825007" sldId="2145707413"/>
        </pc:sldMkLst>
      </pc:sldChg>
      <pc:sldChg chg="delSp modSp addAnim delAnim modAnim">
        <pc:chgData name="a.abraham@innovationteam.eu" userId="S::urn:spo:guest#a.abraham@innovationteam.eu::" providerId="AD" clId="Web-{DF049FE9-B9F4-5C97-04BB-F79E69358195}" dt="2022-10-08T16:35:58.185" v="40"/>
        <pc:sldMkLst>
          <pc:docMk/>
          <pc:sldMk cId="2587011232" sldId="2145707415"/>
        </pc:sldMkLst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83" creationId="{49B3BAE7-FC14-5CFD-C532-15A75EE1AA4F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84" creationId="{0DD21E90-C3C8-19BE-518E-8B16AAE462CC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85" creationId="{6D8775E7-1F8E-DEA0-6176-7FB24F45E5A0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86" creationId="{1FA828E3-E7AC-208F-438A-473517CFAECA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89" creationId="{F7EB540A-7051-C82E-2ABA-2810C08D3946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90" creationId="{A551FA22-DA6B-2331-B1CA-231C30203651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91" creationId="{A031C618-E5B3-CC45-0ADD-533D04273048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92" creationId="{994AA752-2705-1B8F-9062-30BD982509FB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93" creationId="{06A74134-A542-13DB-CA06-EF4248E25FEF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94" creationId="{CD3EA934-0A7D-C1D1-52F8-E0F67F77C506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04" creationId="{E7DF4787-DA8D-B18F-92CB-50966BB21AAF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05" creationId="{505A9D7F-4789-497E-F797-7154B4898701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06" creationId="{285FD4C0-B3FA-1A4C-5DD6-CCF5EC97E978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07" creationId="{3D21CED3-5D76-D7A0-F786-95E3D9B2D3BA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08" creationId="{A34E3C2E-A89C-00FD-E08F-C78C7291E551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09" creationId="{594B4C8A-F4EF-25B5-B0B7-DC443BEEEB29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0" creationId="{C03C6722-7A24-5EFE-0B75-9A4EE36003EC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1" creationId="{FB39765A-4A68-7B3A-1152-F1E70A8D91C1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2" creationId="{55F264ED-1CAA-F010-D57C-2BF5BBFD2FCC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3" creationId="{428E970E-6676-9651-5FA9-0BEE66567417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4" creationId="{7341AEA2-69A3-138C-A1A1-A3620C259059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5" creationId="{DF65CD8C-116B-7592-9D49-7B59B510A318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8" creationId="{2F2BD1BF-B9B5-8DA5-9FF0-1366FC8E1848}"/>
          </ac:spMkLst>
        </pc:spChg>
        <pc:spChg chg="topLvl">
          <ac:chgData name="a.abraham@innovationteam.eu" userId="S::urn:spo:guest#a.abraham@innovationteam.eu::" providerId="AD" clId="Web-{DF049FE9-B9F4-5C97-04BB-F79E69358195}" dt="2022-10-08T16:27:10.164" v="10"/>
          <ac:spMkLst>
            <pc:docMk/>
            <pc:sldMk cId="2587011232" sldId="2145707415"/>
            <ac:spMk id="119" creationId="{7D3F6BD2-CBEA-87DB-9E2D-F46FDD43D138}"/>
          </ac:spMkLst>
        </pc:spChg>
        <pc:grpChg chg="del">
          <ac:chgData name="a.abraham@innovationteam.eu" userId="S::urn:spo:guest#a.abraham@innovationteam.eu::" providerId="AD" clId="Web-{DF049FE9-B9F4-5C97-04BB-F79E69358195}" dt="2022-10-08T16:27:10.164" v="10"/>
          <ac:grpSpMkLst>
            <pc:docMk/>
            <pc:sldMk cId="2587011232" sldId="2145707415"/>
            <ac:grpSpMk id="122" creationId="{4240052B-2C33-F6C4-BD3C-F7C016403740}"/>
          </ac:grpSpMkLst>
        </pc:grpChg>
        <pc:graphicFrameChg chg="topLvl">
          <ac:chgData name="a.abraham@innovationteam.eu" userId="S::urn:spo:guest#a.abraham@innovationteam.eu::" providerId="AD" clId="Web-{DF049FE9-B9F4-5C97-04BB-F79E69358195}" dt="2022-10-08T16:27:10.164" v="10"/>
          <ac:graphicFrameMkLst>
            <pc:docMk/>
            <pc:sldMk cId="2587011232" sldId="2145707415"/>
            <ac:graphicFrameMk id="116" creationId="{ED5874DA-EDD3-F8C5-6431-E5697516EF6C}"/>
          </ac:graphicFrameMkLst>
        </pc:graphicFrameChg>
        <pc:picChg chg="mod">
          <ac:chgData name="a.abraham@innovationteam.eu" userId="S::urn:spo:guest#a.abraham@innovationteam.eu::" providerId="AD" clId="Web-{DF049FE9-B9F4-5C97-04BB-F79E69358195}" dt="2022-10-08T16:30:22.295" v="24" actId="1076"/>
          <ac:picMkLst>
            <pc:docMk/>
            <pc:sldMk cId="2587011232" sldId="2145707415"/>
            <ac:picMk id="5" creationId="{F9FA31FB-0162-095F-06A2-2887A4C765C2}"/>
          </ac:picMkLst>
        </pc:picChg>
        <pc:picChg chg="topLvl">
          <ac:chgData name="a.abraham@innovationteam.eu" userId="S::urn:spo:guest#a.abraham@innovationteam.eu::" providerId="AD" clId="Web-{DF049FE9-B9F4-5C97-04BB-F79E69358195}" dt="2022-10-08T16:27:10.164" v="10"/>
          <ac:picMkLst>
            <pc:docMk/>
            <pc:sldMk cId="2587011232" sldId="2145707415"/>
            <ac:picMk id="117" creationId="{C0A1A71E-C815-CE81-FB37-F0B9318795E5}"/>
          </ac:picMkLst>
        </pc:pic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87" creationId="{F871C301-1EF6-72A6-DE45-14A909B455DE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88" creationId="{5ECE8A46-820F-B27A-F8FC-0919C1E139FA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95" creationId="{87406B4D-A0C7-D9B1-A0D6-22A99F072386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96" creationId="{0A03245E-6500-60F2-4352-6D9D2984355D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97" creationId="{8918C289-FCF1-62B4-AB44-6EC697F9EB12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98" creationId="{E61A9AA6-D25E-CED8-AE09-FA7B27970497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99" creationId="{6919D322-CC90-2759-B281-74117E27E39C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100" creationId="{981A575B-EF6B-FD20-5DB7-A7FB5FB984C7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101" creationId="{067E40F5-FC80-AEDE-CCD6-09B708FBA55F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102" creationId="{DCB3DD02-6899-1EB4-1D0D-74CD03287188}"/>
          </ac:cxnSpMkLst>
        </pc:cxnChg>
        <pc:cxnChg chg="topLvl">
          <ac:chgData name="a.abraham@innovationteam.eu" userId="S::urn:spo:guest#a.abraham@innovationteam.eu::" providerId="AD" clId="Web-{DF049FE9-B9F4-5C97-04BB-F79E69358195}" dt="2022-10-08T16:27:10.164" v="10"/>
          <ac:cxnSpMkLst>
            <pc:docMk/>
            <pc:sldMk cId="2587011232" sldId="2145707415"/>
            <ac:cxnSpMk id="103" creationId="{3AA4A25A-DEAC-5C44-B7E4-64FA28857D62}"/>
          </ac:cxnSpMkLst>
        </pc:cxnChg>
      </pc:sldChg>
    </pc:docChg>
  </pc:docChgLst>
  <pc:docChgLst>
    <pc:chgData name="d.ambrogio@innovationteam.eu" userId="S::urn:spo:guest#d.ambrogio@innovationteam.eu::" providerId="AD" clId="Web-{AC575D6D-9CE5-D6BE-FDC3-C82AB235C3A2}"/>
    <pc:docChg chg="modSld">
      <pc:chgData name="d.ambrogio@innovationteam.eu" userId="S::urn:spo:guest#d.ambrogio@innovationteam.eu::" providerId="AD" clId="Web-{AC575D6D-9CE5-D6BE-FDC3-C82AB235C3A2}" dt="2022-10-08T14:36:51.238" v="352" actId="1076"/>
      <pc:docMkLst>
        <pc:docMk/>
      </pc:docMkLst>
      <pc:sldChg chg="addSp delSp modSp">
        <pc:chgData name="d.ambrogio@innovationteam.eu" userId="S::urn:spo:guest#d.ambrogio@innovationteam.eu::" providerId="AD" clId="Web-{AC575D6D-9CE5-D6BE-FDC3-C82AB235C3A2}" dt="2022-10-08T14:36:51.238" v="352" actId="1076"/>
        <pc:sldMkLst>
          <pc:docMk/>
          <pc:sldMk cId="342662178" sldId="2145707408"/>
        </pc:sldMkLst>
        <pc:spChg chg="add mod">
          <ac:chgData name="d.ambrogio@innovationteam.eu" userId="S::urn:spo:guest#d.ambrogio@innovationteam.eu::" providerId="AD" clId="Web-{AC575D6D-9CE5-D6BE-FDC3-C82AB235C3A2}" dt="2022-10-08T14:19:13.855" v="251" actId="14100"/>
          <ac:spMkLst>
            <pc:docMk/>
            <pc:sldMk cId="342662178" sldId="2145707408"/>
            <ac:spMk id="3" creationId="{0F80BA8F-E7C2-5C86-B921-CF19C48D57F8}"/>
          </ac:spMkLst>
        </pc:spChg>
        <pc:spChg chg="add mod">
          <ac:chgData name="d.ambrogio@innovationteam.eu" userId="S::urn:spo:guest#d.ambrogio@innovationteam.eu::" providerId="AD" clId="Web-{AC575D6D-9CE5-D6BE-FDC3-C82AB235C3A2}" dt="2022-10-08T14:19:29.653" v="253" actId="20577"/>
          <ac:spMkLst>
            <pc:docMk/>
            <pc:sldMk cId="342662178" sldId="2145707408"/>
            <ac:spMk id="4" creationId="{9991EDE2-1DC3-B04E-EE3D-4E20FCB41F73}"/>
          </ac:spMkLst>
        </pc:spChg>
        <pc:spChg chg="mod">
          <ac:chgData name="d.ambrogio@innovationteam.eu" userId="S::urn:spo:guest#d.ambrogio@innovationteam.eu::" providerId="AD" clId="Web-{AC575D6D-9CE5-D6BE-FDC3-C82AB235C3A2}" dt="2022-10-08T14:35:29.123" v="334" actId="1076"/>
          <ac:spMkLst>
            <pc:docMk/>
            <pc:sldMk cId="342662178" sldId="2145707408"/>
            <ac:spMk id="33" creationId="{908A7484-1A8D-A9FC-58CE-D78A043AF175}"/>
          </ac:spMkLst>
        </pc:spChg>
        <pc:spChg chg="mod">
          <ac:chgData name="d.ambrogio@innovationteam.eu" userId="S::urn:spo:guest#d.ambrogio@innovationteam.eu::" providerId="AD" clId="Web-{AC575D6D-9CE5-D6BE-FDC3-C82AB235C3A2}" dt="2022-10-08T14:19:35.794" v="254" actId="20577"/>
          <ac:spMkLst>
            <pc:docMk/>
            <pc:sldMk cId="342662178" sldId="2145707408"/>
            <ac:spMk id="42" creationId="{6086E343-7CC8-0D11-9053-9CBB70CB65C1}"/>
          </ac:spMkLst>
        </pc:spChg>
        <pc:spChg chg="mod">
          <ac:chgData name="d.ambrogio@innovationteam.eu" userId="S::urn:spo:guest#d.ambrogio@innovationteam.eu::" providerId="AD" clId="Web-{AC575D6D-9CE5-D6BE-FDC3-C82AB235C3A2}" dt="2022-10-08T14:16:55.064" v="140" actId="14100"/>
          <ac:spMkLst>
            <pc:docMk/>
            <pc:sldMk cId="342662178" sldId="2145707408"/>
            <ac:spMk id="43" creationId="{D61FF812-6E60-52FD-E2A3-B0039C543443}"/>
          </ac:spMkLst>
        </pc:spChg>
        <pc:spChg chg="add mod">
          <ac:chgData name="d.ambrogio@innovationteam.eu" userId="S::urn:spo:guest#d.ambrogio@innovationteam.eu::" providerId="AD" clId="Web-{AC575D6D-9CE5-D6BE-FDC3-C82AB235C3A2}" dt="2022-10-08T14:36:08.642" v="346" actId="20577"/>
          <ac:spMkLst>
            <pc:docMk/>
            <pc:sldMk cId="342662178" sldId="2145707408"/>
            <ac:spMk id="49" creationId="{097A59AD-8B05-CCED-369F-8712861A5280}"/>
          </ac:spMkLst>
        </pc:spChg>
        <pc:spChg chg="del">
          <ac:chgData name="d.ambrogio@innovationteam.eu" userId="S::urn:spo:guest#d.ambrogio@innovationteam.eu::" providerId="AD" clId="Web-{AC575D6D-9CE5-D6BE-FDC3-C82AB235C3A2}" dt="2022-10-08T14:11:56.747" v="54"/>
          <ac:spMkLst>
            <pc:docMk/>
            <pc:sldMk cId="342662178" sldId="2145707408"/>
            <ac:spMk id="50" creationId="{84C3A81F-9D02-DA7B-F064-A20A1AC7181A}"/>
          </ac:spMkLst>
        </pc:spChg>
        <pc:spChg chg="add mod">
          <ac:chgData name="d.ambrogio@innovationteam.eu" userId="S::urn:spo:guest#d.ambrogio@innovationteam.eu::" providerId="AD" clId="Web-{AC575D6D-9CE5-D6BE-FDC3-C82AB235C3A2}" dt="2022-10-08T14:36:17.892" v="350" actId="20577"/>
          <ac:spMkLst>
            <pc:docMk/>
            <pc:sldMk cId="342662178" sldId="2145707408"/>
            <ac:spMk id="51" creationId="{41E146DF-1AF5-8134-6BBB-2DDBAB8C8D1A}"/>
          </ac:spMkLst>
        </pc:spChg>
        <pc:spChg chg="mod">
          <ac:chgData name="d.ambrogio@innovationteam.eu" userId="S::urn:spo:guest#d.ambrogio@innovationteam.eu::" providerId="AD" clId="Web-{AC575D6D-9CE5-D6BE-FDC3-C82AB235C3A2}" dt="2022-10-08T14:19:19.417" v="252" actId="14100"/>
          <ac:spMkLst>
            <pc:docMk/>
            <pc:sldMk cId="342662178" sldId="2145707408"/>
            <ac:spMk id="72" creationId="{0784C631-3B0E-4FCE-15B0-83863DD1F4C2}"/>
          </ac:spMkLst>
        </pc:spChg>
        <pc:spChg chg="mod">
          <ac:chgData name="d.ambrogio@innovationteam.eu" userId="S::urn:spo:guest#d.ambrogio@innovationteam.eu::" providerId="AD" clId="Web-{AC575D6D-9CE5-D6BE-FDC3-C82AB235C3A2}" dt="2022-10-08T14:18:23.414" v="239" actId="20577"/>
          <ac:spMkLst>
            <pc:docMk/>
            <pc:sldMk cId="342662178" sldId="2145707408"/>
            <ac:spMk id="73" creationId="{ACCB4F0C-219A-37B6-270D-DB87E3A79CF1}"/>
          </ac:spMkLst>
        </pc:spChg>
        <pc:spChg chg="del">
          <ac:chgData name="d.ambrogio@innovationteam.eu" userId="S::urn:spo:guest#d.ambrogio@innovationteam.eu::" providerId="AD" clId="Web-{AC575D6D-9CE5-D6BE-FDC3-C82AB235C3A2}" dt="2022-10-08T14:11:54.435" v="53"/>
          <ac:spMkLst>
            <pc:docMk/>
            <pc:sldMk cId="342662178" sldId="2145707408"/>
            <ac:spMk id="74" creationId="{09120B06-080C-4DE2-3A62-3EB80DDFD0BD}"/>
          </ac:spMkLst>
        </pc:spChg>
        <pc:spChg chg="del">
          <ac:chgData name="d.ambrogio@innovationteam.eu" userId="S::urn:spo:guest#d.ambrogio@innovationteam.eu::" providerId="AD" clId="Web-{AC575D6D-9CE5-D6BE-FDC3-C82AB235C3A2}" dt="2022-10-08T14:17:12.518" v="146"/>
          <ac:spMkLst>
            <pc:docMk/>
            <pc:sldMk cId="342662178" sldId="2145707408"/>
            <ac:spMk id="75" creationId="{17D7B2DA-5808-BBCA-B49E-F240EE4787A8}"/>
          </ac:spMkLst>
        </pc:spChg>
        <pc:spChg chg="mod">
          <ac:chgData name="d.ambrogio@innovationteam.eu" userId="S::urn:spo:guest#d.ambrogio@innovationteam.eu::" providerId="AD" clId="Web-{AC575D6D-9CE5-D6BE-FDC3-C82AB235C3A2}" dt="2022-10-08T14:12:47.719" v="76" actId="1076"/>
          <ac:spMkLst>
            <pc:docMk/>
            <pc:sldMk cId="342662178" sldId="2145707408"/>
            <ac:spMk id="76" creationId="{4AB89FB9-BA81-C3D4-7257-6BE0A269C03D}"/>
          </ac:spMkLst>
        </pc:spChg>
        <pc:spChg chg="del mod">
          <ac:chgData name="d.ambrogio@innovationteam.eu" userId="S::urn:spo:guest#d.ambrogio@innovationteam.eu::" providerId="AD" clId="Web-{AC575D6D-9CE5-D6BE-FDC3-C82AB235C3A2}" dt="2022-10-08T14:12:22.530" v="68"/>
          <ac:spMkLst>
            <pc:docMk/>
            <pc:sldMk cId="342662178" sldId="2145707408"/>
            <ac:spMk id="78" creationId="{4593AA0C-3EC2-B1B3-BD7E-664AFC5FDD69}"/>
          </ac:spMkLst>
        </pc:spChg>
        <pc:spChg chg="del">
          <ac:chgData name="d.ambrogio@innovationteam.eu" userId="S::urn:spo:guest#d.ambrogio@innovationteam.eu::" providerId="AD" clId="Web-{AC575D6D-9CE5-D6BE-FDC3-C82AB235C3A2}" dt="2022-10-08T14:12:28.249" v="71"/>
          <ac:spMkLst>
            <pc:docMk/>
            <pc:sldMk cId="342662178" sldId="2145707408"/>
            <ac:spMk id="79" creationId="{81375CC7-0330-21F7-D602-7945F99E7A52}"/>
          </ac:spMkLst>
        </pc:spChg>
        <pc:spChg chg="del">
          <ac:chgData name="d.ambrogio@innovationteam.eu" userId="S::urn:spo:guest#d.ambrogio@innovationteam.eu::" providerId="AD" clId="Web-{AC575D6D-9CE5-D6BE-FDC3-C82AB235C3A2}" dt="2022-10-08T14:12:26.296" v="70"/>
          <ac:spMkLst>
            <pc:docMk/>
            <pc:sldMk cId="342662178" sldId="2145707408"/>
            <ac:spMk id="80" creationId="{0B9D33D8-8FA6-6BA6-DD0B-0316C5EA4ED0}"/>
          </ac:spMkLst>
        </pc:spChg>
        <pc:spChg chg="del">
          <ac:chgData name="d.ambrogio@innovationteam.eu" userId="S::urn:spo:guest#d.ambrogio@innovationteam.eu::" providerId="AD" clId="Web-{AC575D6D-9CE5-D6BE-FDC3-C82AB235C3A2}" dt="2022-10-08T14:12:30.203" v="72"/>
          <ac:spMkLst>
            <pc:docMk/>
            <pc:sldMk cId="342662178" sldId="2145707408"/>
            <ac:spMk id="81" creationId="{9BA73CE4-5084-C6A3-97A8-4301C50DE57F}"/>
          </ac:spMkLst>
        </pc:spChg>
        <pc:spChg chg="del">
          <ac:chgData name="d.ambrogio@innovationteam.eu" userId="S::urn:spo:guest#d.ambrogio@innovationteam.eu::" providerId="AD" clId="Web-{AC575D6D-9CE5-D6BE-FDC3-C82AB235C3A2}" dt="2022-10-08T14:13:54.880" v="102"/>
          <ac:spMkLst>
            <pc:docMk/>
            <pc:sldMk cId="342662178" sldId="2145707408"/>
            <ac:spMk id="96" creationId="{6AAE4E29-8DF2-0238-7C6E-8AC18B3AFF44}"/>
          </ac:spMkLst>
        </pc:spChg>
        <pc:spChg chg="del">
          <ac:chgData name="d.ambrogio@innovationteam.eu" userId="S::urn:spo:guest#d.ambrogio@innovationteam.eu::" providerId="AD" clId="Web-{AC575D6D-9CE5-D6BE-FDC3-C82AB235C3A2}" dt="2022-10-08T14:13:01.236" v="78"/>
          <ac:spMkLst>
            <pc:docMk/>
            <pc:sldMk cId="342662178" sldId="2145707408"/>
            <ac:spMk id="97" creationId="{B3D7181D-6CF5-E6EF-37CB-C44D190ECDD6}"/>
          </ac:spMkLst>
        </pc:spChg>
        <pc:spChg chg="del">
          <ac:chgData name="d.ambrogio@innovationteam.eu" userId="S::urn:spo:guest#d.ambrogio@innovationteam.eu::" providerId="AD" clId="Web-{AC575D6D-9CE5-D6BE-FDC3-C82AB235C3A2}" dt="2022-10-08T14:13:56.505" v="103"/>
          <ac:spMkLst>
            <pc:docMk/>
            <pc:sldMk cId="342662178" sldId="2145707408"/>
            <ac:spMk id="98" creationId="{0746374F-739B-C135-E32E-9866BB3BDC57}"/>
          </ac:spMkLst>
        </pc:spChg>
        <pc:spChg chg="del">
          <ac:chgData name="d.ambrogio@innovationteam.eu" userId="S::urn:spo:guest#d.ambrogio@innovationteam.eu::" providerId="AD" clId="Web-{AC575D6D-9CE5-D6BE-FDC3-C82AB235C3A2}" dt="2022-10-08T14:14:27.773" v="117"/>
          <ac:spMkLst>
            <pc:docMk/>
            <pc:sldMk cId="342662178" sldId="2145707408"/>
            <ac:spMk id="99" creationId="{FB4EAC22-92CF-22E2-1B76-79C228B1EE96}"/>
          </ac:spMkLst>
        </pc:spChg>
        <pc:spChg chg="add del mod">
          <ac:chgData name="d.ambrogio@innovationteam.eu" userId="S::urn:spo:guest#d.ambrogio@innovationteam.eu::" providerId="AD" clId="Web-{AC575D6D-9CE5-D6BE-FDC3-C82AB235C3A2}" dt="2022-10-08T14:15:07.760" v="133" actId="1076"/>
          <ac:spMkLst>
            <pc:docMk/>
            <pc:sldMk cId="342662178" sldId="2145707408"/>
            <ac:spMk id="100" creationId="{AE31B145-F510-7CE8-683C-09BB3A671389}"/>
          </ac:spMkLst>
        </pc:spChg>
        <pc:spChg chg="add del">
          <ac:chgData name="d.ambrogio@innovationteam.eu" userId="S::urn:spo:guest#d.ambrogio@innovationteam.eu::" providerId="AD" clId="Web-{AC575D6D-9CE5-D6BE-FDC3-C82AB235C3A2}" dt="2022-10-08T14:14:21.132" v="114"/>
          <ac:spMkLst>
            <pc:docMk/>
            <pc:sldMk cId="342662178" sldId="2145707408"/>
            <ac:spMk id="102" creationId="{10A3D625-BABA-3978-758B-1E7B3890A67F}"/>
          </ac:spMkLst>
        </pc:spChg>
        <pc:spChg chg="add del">
          <ac:chgData name="d.ambrogio@innovationteam.eu" userId="S::urn:spo:guest#d.ambrogio@innovationteam.eu::" providerId="AD" clId="Web-{AC575D6D-9CE5-D6BE-FDC3-C82AB235C3A2}" dt="2022-10-08T14:14:23.507" v="115"/>
          <ac:spMkLst>
            <pc:docMk/>
            <pc:sldMk cId="342662178" sldId="2145707408"/>
            <ac:spMk id="103" creationId="{9029D1DE-8A88-23DB-B38D-801567840586}"/>
          </ac:spMkLst>
        </pc:spChg>
        <pc:spChg chg="del">
          <ac:chgData name="d.ambrogio@innovationteam.eu" userId="S::urn:spo:guest#d.ambrogio@innovationteam.eu::" providerId="AD" clId="Web-{AC575D6D-9CE5-D6BE-FDC3-C82AB235C3A2}" dt="2022-10-08T14:14:30.336" v="118"/>
          <ac:spMkLst>
            <pc:docMk/>
            <pc:sldMk cId="342662178" sldId="2145707408"/>
            <ac:spMk id="104" creationId="{E72DB937-B397-B5F6-3949-C5A84A766493}"/>
          </ac:spMkLst>
        </pc:spChg>
        <pc:spChg chg="add del">
          <ac:chgData name="d.ambrogio@innovationteam.eu" userId="S::urn:spo:guest#d.ambrogio@innovationteam.eu::" providerId="AD" clId="Web-{AC575D6D-9CE5-D6BE-FDC3-C82AB235C3A2}" dt="2022-10-08T14:14:25.617" v="116"/>
          <ac:spMkLst>
            <pc:docMk/>
            <pc:sldMk cId="342662178" sldId="2145707408"/>
            <ac:spMk id="105" creationId="{5EA8D974-9089-0985-4E2A-706B04A74160}"/>
          </ac:spMkLst>
        </pc:spChg>
        <pc:spChg chg="del">
          <ac:chgData name="d.ambrogio@innovationteam.eu" userId="S::urn:spo:guest#d.ambrogio@innovationteam.eu::" providerId="AD" clId="Web-{AC575D6D-9CE5-D6BE-FDC3-C82AB235C3A2}" dt="2022-10-08T14:14:42.430" v="123"/>
          <ac:spMkLst>
            <pc:docMk/>
            <pc:sldMk cId="342662178" sldId="2145707408"/>
            <ac:spMk id="106" creationId="{258CC9D0-B24E-7C2F-B059-E195E283EED1}"/>
          </ac:spMkLst>
        </pc:spChg>
        <pc:spChg chg="del">
          <ac:chgData name="d.ambrogio@innovationteam.eu" userId="S::urn:spo:guest#d.ambrogio@innovationteam.eu::" providerId="AD" clId="Web-{AC575D6D-9CE5-D6BE-FDC3-C82AB235C3A2}" dt="2022-10-08T14:14:49.931" v="127"/>
          <ac:spMkLst>
            <pc:docMk/>
            <pc:sldMk cId="342662178" sldId="2145707408"/>
            <ac:spMk id="107" creationId="{0FF22FFE-C802-F7A0-38C7-CCB3BDE70785}"/>
          </ac:spMkLst>
        </pc:spChg>
        <pc:spChg chg="del mod">
          <ac:chgData name="d.ambrogio@innovationteam.eu" userId="S::urn:spo:guest#d.ambrogio@innovationteam.eu::" providerId="AD" clId="Web-{AC575D6D-9CE5-D6BE-FDC3-C82AB235C3A2}" dt="2022-10-08T14:14:48.149" v="126"/>
          <ac:spMkLst>
            <pc:docMk/>
            <pc:sldMk cId="342662178" sldId="2145707408"/>
            <ac:spMk id="108" creationId="{E6C40516-5162-D3DF-3E21-51A7E1CA40B5}"/>
          </ac:spMkLst>
        </pc:spChg>
        <pc:spChg chg="del">
          <ac:chgData name="d.ambrogio@innovationteam.eu" userId="S::urn:spo:guest#d.ambrogio@innovationteam.eu::" providerId="AD" clId="Web-{AC575D6D-9CE5-D6BE-FDC3-C82AB235C3A2}" dt="2022-10-08T14:14:51.556" v="128"/>
          <ac:spMkLst>
            <pc:docMk/>
            <pc:sldMk cId="342662178" sldId="2145707408"/>
            <ac:spMk id="109" creationId="{388ED9FB-C906-7ACB-2B72-E9A3340287D8}"/>
          </ac:spMkLst>
        </pc:spChg>
        <pc:spChg chg="del">
          <ac:chgData name="d.ambrogio@innovationteam.eu" userId="S::urn:spo:guest#d.ambrogio@innovationteam.eu::" providerId="AD" clId="Web-{AC575D6D-9CE5-D6BE-FDC3-C82AB235C3A2}" dt="2022-10-08T14:14:48.134" v="125"/>
          <ac:spMkLst>
            <pc:docMk/>
            <pc:sldMk cId="342662178" sldId="2145707408"/>
            <ac:spMk id="110" creationId="{022AECC3-D114-E996-6A28-A26BA99BAB12}"/>
          </ac:spMkLst>
        </pc:spChg>
        <pc:spChg chg="mod">
          <ac:chgData name="d.ambrogio@innovationteam.eu" userId="S::urn:spo:guest#d.ambrogio@innovationteam.eu::" providerId="AD" clId="Web-{AC575D6D-9CE5-D6BE-FDC3-C82AB235C3A2}" dt="2022-10-08T14:35:23.404" v="333" actId="14100"/>
          <ac:spMkLst>
            <pc:docMk/>
            <pc:sldMk cId="342662178" sldId="2145707408"/>
            <ac:spMk id="124" creationId="{9BDEA727-C149-C9CB-D27C-5615A23CE183}"/>
          </ac:spMkLst>
        </pc:spChg>
        <pc:spChg chg="del mod">
          <ac:chgData name="d.ambrogio@innovationteam.eu" userId="S::urn:spo:guest#d.ambrogio@innovationteam.eu::" providerId="AD" clId="Web-{AC575D6D-9CE5-D6BE-FDC3-C82AB235C3A2}" dt="2022-10-08T14:35:54.031" v="340"/>
          <ac:spMkLst>
            <pc:docMk/>
            <pc:sldMk cId="342662178" sldId="2145707408"/>
            <ac:spMk id="147" creationId="{70CC788C-A3FD-5729-6D20-351CCD5D575B}"/>
          </ac:spMkLst>
        </pc:spChg>
        <pc:spChg chg="del">
          <ac:chgData name="d.ambrogio@innovationteam.eu" userId="S::urn:spo:guest#d.ambrogio@innovationteam.eu::" providerId="AD" clId="Web-{AC575D6D-9CE5-D6BE-FDC3-C82AB235C3A2}" dt="2022-10-08T14:35:49.781" v="338"/>
          <ac:spMkLst>
            <pc:docMk/>
            <pc:sldMk cId="342662178" sldId="2145707408"/>
            <ac:spMk id="151" creationId="{2B44EEB7-9D12-F7A9-E130-6EBC73290B96}"/>
          </ac:spMkLst>
        </pc:spChg>
        <pc:spChg chg="mod">
          <ac:chgData name="d.ambrogio@innovationteam.eu" userId="S::urn:spo:guest#d.ambrogio@innovationteam.eu::" providerId="AD" clId="Web-{AC575D6D-9CE5-D6BE-FDC3-C82AB235C3A2}" dt="2022-10-08T14:31:53.594" v="329" actId="20577"/>
          <ac:spMkLst>
            <pc:docMk/>
            <pc:sldMk cId="342662178" sldId="2145707408"/>
            <ac:spMk id="156" creationId="{C1ED0ACE-7095-AFCE-B29C-288E457B9518}"/>
          </ac:spMkLst>
        </pc:spChg>
        <pc:picChg chg="add mod">
          <ac:chgData name="d.ambrogio@innovationteam.eu" userId="S::urn:spo:guest#d.ambrogio@innovationteam.eu::" providerId="AD" clId="Web-{AC575D6D-9CE5-D6BE-FDC3-C82AB235C3A2}" dt="2022-10-08T14:17:05.815" v="144" actId="1076"/>
          <ac:picMkLst>
            <pc:docMk/>
            <pc:sldMk cId="342662178" sldId="2145707408"/>
            <ac:picMk id="6" creationId="{415AB328-C6BE-0679-27A3-3804CBC42D96}"/>
          </ac:picMkLst>
        </pc:picChg>
        <pc:picChg chg="add del mod">
          <ac:chgData name="d.ambrogio@innovationteam.eu" userId="S::urn:spo:guest#d.ambrogio@innovationteam.eu::" providerId="AD" clId="Web-{AC575D6D-9CE5-D6BE-FDC3-C82AB235C3A2}" dt="2022-10-08T14:21:22.222" v="267"/>
          <ac:picMkLst>
            <pc:docMk/>
            <pc:sldMk cId="342662178" sldId="2145707408"/>
            <ac:picMk id="40" creationId="{A5B15A23-D6E6-0C54-AC50-5F6A94339061}"/>
          </ac:picMkLst>
        </pc:picChg>
        <pc:picChg chg="add del mod">
          <ac:chgData name="d.ambrogio@innovationteam.eu" userId="S::urn:spo:guest#d.ambrogio@innovationteam.eu::" providerId="AD" clId="Web-{AC575D6D-9CE5-D6BE-FDC3-C82AB235C3A2}" dt="2022-10-08T14:22:36.259" v="271"/>
          <ac:picMkLst>
            <pc:docMk/>
            <pc:sldMk cId="342662178" sldId="2145707408"/>
            <ac:picMk id="41" creationId="{35C51A75-EFDD-8A8C-8B38-68CD850EE273}"/>
          </ac:picMkLst>
        </pc:picChg>
        <pc:picChg chg="add mod">
          <ac:chgData name="d.ambrogio@innovationteam.eu" userId="S::urn:spo:guest#d.ambrogio@innovationteam.eu::" providerId="AD" clId="Web-{AC575D6D-9CE5-D6BE-FDC3-C82AB235C3A2}" dt="2022-10-08T14:21:33.520" v="270" actId="1076"/>
          <ac:picMkLst>
            <pc:docMk/>
            <pc:sldMk cId="342662178" sldId="2145707408"/>
            <ac:picMk id="44" creationId="{7768292F-5E2E-E4F0-2D57-C6FA4A646F3C}"/>
          </ac:picMkLst>
        </pc:picChg>
        <pc:picChg chg="add mod">
          <ac:chgData name="d.ambrogio@innovationteam.eu" userId="S::urn:spo:guest#d.ambrogio@innovationteam.eu::" providerId="AD" clId="Web-{AC575D6D-9CE5-D6BE-FDC3-C82AB235C3A2}" dt="2022-10-08T14:36:51.238" v="352" actId="1076"/>
          <ac:picMkLst>
            <pc:docMk/>
            <pc:sldMk cId="342662178" sldId="2145707408"/>
            <ac:picMk id="53" creationId="{0A10FE29-CFFF-A903-7EBE-41548E40C053}"/>
          </ac:picMkLst>
        </pc:picChg>
        <pc:picChg chg="del">
          <ac:chgData name="d.ambrogio@innovationteam.eu" userId="S::urn:spo:guest#d.ambrogio@innovationteam.eu::" providerId="AD" clId="Web-{AC575D6D-9CE5-D6BE-FDC3-C82AB235C3A2}" dt="2022-10-08T14:35:34.608" v="335"/>
          <ac:picMkLst>
            <pc:docMk/>
            <pc:sldMk cId="342662178" sldId="2145707408"/>
            <ac:picMk id="123" creationId="{CC23ED61-FD1B-8FEC-18D0-38CD4EFE35F1}"/>
          </ac:picMkLst>
        </pc:picChg>
        <pc:picChg chg="del">
          <ac:chgData name="d.ambrogio@innovationteam.eu" userId="S::urn:spo:guest#d.ambrogio@innovationteam.eu::" providerId="AD" clId="Web-{AC575D6D-9CE5-D6BE-FDC3-C82AB235C3A2}" dt="2022-10-08T14:35:06.184" v="330"/>
          <ac:picMkLst>
            <pc:docMk/>
            <pc:sldMk cId="342662178" sldId="2145707408"/>
            <ac:picMk id="144" creationId="{F186874B-A7BE-2436-F7D4-F0300579ED1C}"/>
          </ac:picMkLst>
        </pc:picChg>
        <pc:picChg chg="del">
          <ac:chgData name="d.ambrogio@innovationteam.eu" userId="S::urn:spo:guest#d.ambrogio@innovationteam.eu::" providerId="AD" clId="Web-{AC575D6D-9CE5-D6BE-FDC3-C82AB235C3A2}" dt="2022-10-08T14:35:51.328" v="339"/>
          <ac:picMkLst>
            <pc:docMk/>
            <pc:sldMk cId="342662178" sldId="2145707408"/>
            <ac:picMk id="155" creationId="{8B5B1BCB-4F30-CB3D-F11C-39B533E611C0}"/>
          </ac:picMkLst>
        </pc:picChg>
      </pc:sldChg>
    </pc:docChg>
  </pc:docChgLst>
  <pc:docChgLst>
    <pc:chgData name="Vetere Marika" userId="53fa8d5e-d730-4591-bf05-7ab58a1a0dc5" providerId="ADAL" clId="{66CE6BF6-8BF9-40CC-A38F-526BEA4ABA73}"/>
    <pc:docChg chg="undo custSel addSld delSld modSld">
      <pc:chgData name="Vetere Marika" userId="53fa8d5e-d730-4591-bf05-7ab58a1a0dc5" providerId="ADAL" clId="{66CE6BF6-8BF9-40CC-A38F-526BEA4ABA73}" dt="2022-10-08T17:18:30.473" v="468"/>
      <pc:docMkLst>
        <pc:docMk/>
      </pc:docMkLst>
      <pc:sldChg chg="addSp delSp modSp del modAnim">
        <pc:chgData name="Vetere Marika" userId="53fa8d5e-d730-4591-bf05-7ab58a1a0dc5" providerId="ADAL" clId="{66CE6BF6-8BF9-40CC-A38F-526BEA4ABA73}" dt="2022-10-08T16:25:59.313" v="264" actId="47"/>
        <pc:sldMkLst>
          <pc:docMk/>
          <pc:sldMk cId="653179748" sldId="2145707390"/>
        </pc:sldMkLst>
        <pc:spChg chg="mod topLvl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8" creationId="{DDA6BD83-BC22-3465-7D90-E0E0753878E5}"/>
          </ac:spMkLst>
        </pc:spChg>
        <pc:spChg chg="mod topLvl">
          <ac:chgData name="Vetere Marika" userId="53fa8d5e-d730-4591-bf05-7ab58a1a0dc5" providerId="ADAL" clId="{66CE6BF6-8BF9-40CC-A38F-526BEA4ABA73}" dt="2022-10-08T16:25:26.707" v="261" actId="165"/>
          <ac:spMkLst>
            <pc:docMk/>
            <pc:sldMk cId="653179748" sldId="2145707390"/>
            <ac:spMk id="9" creationId="{DA84D7AE-50FB-1189-431E-80C75B25E56E}"/>
          </ac:spMkLst>
        </pc:spChg>
        <pc:spChg chg="mod topLvl">
          <ac:chgData name="Vetere Marika" userId="53fa8d5e-d730-4591-bf05-7ab58a1a0dc5" providerId="ADAL" clId="{66CE6BF6-8BF9-40CC-A38F-526BEA4ABA73}" dt="2022-10-08T16:24:58.031" v="256" actId="165"/>
          <ac:spMkLst>
            <pc:docMk/>
            <pc:sldMk cId="653179748" sldId="2145707390"/>
            <ac:spMk id="12" creationId="{14E063F2-482C-FE05-E8C8-465BC5479B67}"/>
          </ac:spMkLst>
        </pc:spChg>
        <pc:spChg chg="mod">
          <ac:chgData name="Vetere Marika" userId="53fa8d5e-d730-4591-bf05-7ab58a1a0dc5" providerId="ADAL" clId="{66CE6BF6-8BF9-40CC-A38F-526BEA4ABA73}" dt="2022-10-08T16:24:58.031" v="256" actId="165"/>
          <ac:spMkLst>
            <pc:docMk/>
            <pc:sldMk cId="653179748" sldId="2145707390"/>
            <ac:spMk id="21" creationId="{8A6F848F-E742-8BC4-3CFC-AFA1D22DA98B}"/>
          </ac:spMkLst>
        </pc:spChg>
        <pc:spChg chg="mod">
          <ac:chgData name="Vetere Marika" userId="53fa8d5e-d730-4591-bf05-7ab58a1a0dc5" providerId="ADAL" clId="{66CE6BF6-8BF9-40CC-A38F-526BEA4ABA73}" dt="2022-10-08T16:24:58.031" v="256" actId="165"/>
          <ac:spMkLst>
            <pc:docMk/>
            <pc:sldMk cId="653179748" sldId="2145707390"/>
            <ac:spMk id="22" creationId="{7900E1CF-6BC1-B0B9-664C-C6B2DEB04DA7}"/>
          </ac:spMkLst>
        </pc:spChg>
        <pc:spChg chg="mod">
          <ac:chgData name="Vetere Marika" userId="53fa8d5e-d730-4591-bf05-7ab58a1a0dc5" providerId="ADAL" clId="{66CE6BF6-8BF9-40CC-A38F-526BEA4ABA73}" dt="2022-10-08T16:24:58.031" v="256" actId="165"/>
          <ac:spMkLst>
            <pc:docMk/>
            <pc:sldMk cId="653179748" sldId="2145707390"/>
            <ac:spMk id="25" creationId="{C7FCB27E-C76A-249F-C1A2-DD5DAB11B406}"/>
          </ac:spMkLst>
        </pc:spChg>
        <pc:spChg chg="mod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28" creationId="{6CC1522C-01B6-854B-183B-F4588EEF4286}"/>
          </ac:spMkLst>
        </pc:spChg>
        <pc:spChg chg="mod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29" creationId="{B339EDDA-83DF-E70F-DDD8-98ECE7E3E81C}"/>
          </ac:spMkLst>
        </pc:spChg>
        <pc:spChg chg="mod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30" creationId="{201F6AC1-0FF0-2878-0FF0-5E2AB936850C}"/>
          </ac:spMkLst>
        </pc:spChg>
        <pc:spChg chg="mod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31" creationId="{53B8E217-660D-2BD5-E5D8-052140A384DE}"/>
          </ac:spMkLst>
        </pc:spChg>
        <pc:spChg chg="mod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32" creationId="{DB386EFA-BB2F-58CC-EDC6-ECE84830352D}"/>
          </ac:spMkLst>
        </pc:spChg>
        <pc:spChg chg="mod">
          <ac:chgData name="Vetere Marika" userId="53fa8d5e-d730-4591-bf05-7ab58a1a0dc5" providerId="ADAL" clId="{66CE6BF6-8BF9-40CC-A38F-526BEA4ABA73}" dt="2022-10-08T16:25:09.093" v="258" actId="165"/>
          <ac:spMkLst>
            <pc:docMk/>
            <pc:sldMk cId="653179748" sldId="2145707390"/>
            <ac:spMk id="33" creationId="{33B38F77-2E86-FAAE-1E46-CA898E01FF75}"/>
          </ac:spMkLst>
        </pc:spChg>
        <pc:spChg chg="mod">
          <ac:chgData name="Vetere Marika" userId="53fa8d5e-d730-4591-bf05-7ab58a1a0dc5" providerId="ADAL" clId="{66CE6BF6-8BF9-40CC-A38F-526BEA4ABA73}" dt="2022-10-08T16:25:26.707" v="261" actId="165"/>
          <ac:spMkLst>
            <pc:docMk/>
            <pc:sldMk cId="653179748" sldId="2145707390"/>
            <ac:spMk id="39" creationId="{47FC8BFB-ADFC-4492-30CA-A23FE89EEDE4}"/>
          </ac:spMkLst>
        </pc:spChg>
        <pc:spChg chg="mod">
          <ac:chgData name="Vetere Marika" userId="53fa8d5e-d730-4591-bf05-7ab58a1a0dc5" providerId="ADAL" clId="{66CE6BF6-8BF9-40CC-A38F-526BEA4ABA73}" dt="2022-10-08T16:25:26.707" v="261" actId="165"/>
          <ac:spMkLst>
            <pc:docMk/>
            <pc:sldMk cId="653179748" sldId="2145707390"/>
            <ac:spMk id="40" creationId="{6B97E90F-20F1-6191-FB1F-61408B46668A}"/>
          </ac:spMkLst>
        </pc:spChg>
        <pc:spChg chg="mod">
          <ac:chgData name="Vetere Marika" userId="53fa8d5e-d730-4591-bf05-7ab58a1a0dc5" providerId="ADAL" clId="{66CE6BF6-8BF9-40CC-A38F-526BEA4ABA73}" dt="2022-10-08T16:25:26.707" v="261" actId="165"/>
          <ac:spMkLst>
            <pc:docMk/>
            <pc:sldMk cId="653179748" sldId="2145707390"/>
            <ac:spMk id="41" creationId="{96F4E499-5E9F-5EF1-1D71-DF77EC134CBB}"/>
          </ac:spMkLst>
        </pc:spChg>
        <pc:grpChg chg="add del mod">
          <ac:chgData name="Vetere Marika" userId="53fa8d5e-d730-4591-bf05-7ab58a1a0dc5" providerId="ADAL" clId="{66CE6BF6-8BF9-40CC-A38F-526BEA4ABA73}" dt="2022-10-08T16:24:58.031" v="256" actId="165"/>
          <ac:grpSpMkLst>
            <pc:docMk/>
            <pc:sldMk cId="653179748" sldId="2145707390"/>
            <ac:grpSpMk id="2" creationId="{D7B026C8-46E3-8995-00D6-062B51C49C8C}"/>
          </ac:grpSpMkLst>
        </pc:grpChg>
        <pc:grpChg chg="add del mod">
          <ac:chgData name="Vetere Marika" userId="53fa8d5e-d730-4591-bf05-7ab58a1a0dc5" providerId="ADAL" clId="{66CE6BF6-8BF9-40CC-A38F-526BEA4ABA73}" dt="2022-10-08T16:25:09.093" v="258" actId="165"/>
          <ac:grpSpMkLst>
            <pc:docMk/>
            <pc:sldMk cId="653179748" sldId="2145707390"/>
            <ac:grpSpMk id="3" creationId="{07F2366B-42F7-3C54-F94B-2B132E4ECA21}"/>
          </ac:grpSpMkLst>
        </pc:grpChg>
        <pc:grpChg chg="add del mod">
          <ac:chgData name="Vetere Marika" userId="53fa8d5e-d730-4591-bf05-7ab58a1a0dc5" providerId="ADAL" clId="{66CE6BF6-8BF9-40CC-A38F-526BEA4ABA73}" dt="2022-10-08T16:25:26.707" v="261" actId="165"/>
          <ac:grpSpMkLst>
            <pc:docMk/>
            <pc:sldMk cId="653179748" sldId="2145707390"/>
            <ac:grpSpMk id="4" creationId="{C83E8EE9-5B65-ACB1-C309-F4C0F1CD2D76}"/>
          </ac:grpSpMkLst>
        </pc:grpChg>
        <pc:grpChg chg="mod topLvl">
          <ac:chgData name="Vetere Marika" userId="53fa8d5e-d730-4591-bf05-7ab58a1a0dc5" providerId="ADAL" clId="{66CE6BF6-8BF9-40CC-A38F-526BEA4ABA73}" dt="2022-10-08T16:24:58.031" v="256" actId="165"/>
          <ac:grpSpMkLst>
            <pc:docMk/>
            <pc:sldMk cId="653179748" sldId="2145707390"/>
            <ac:grpSpMk id="20" creationId="{7C3DB2F8-17E7-450D-E7BE-E0885C1902E9}"/>
          </ac:grpSpMkLst>
        </pc:grpChg>
        <pc:grpChg chg="mod topLvl">
          <ac:chgData name="Vetere Marika" userId="53fa8d5e-d730-4591-bf05-7ab58a1a0dc5" providerId="ADAL" clId="{66CE6BF6-8BF9-40CC-A38F-526BEA4ABA73}" dt="2022-10-08T16:25:09.093" v="258" actId="165"/>
          <ac:grpSpMkLst>
            <pc:docMk/>
            <pc:sldMk cId="653179748" sldId="2145707390"/>
            <ac:grpSpMk id="27" creationId="{9DDFB532-AF8E-5D34-E531-DC7858456DDE}"/>
          </ac:grpSpMkLst>
        </pc:grpChg>
        <pc:grpChg chg="mod topLvl">
          <ac:chgData name="Vetere Marika" userId="53fa8d5e-d730-4591-bf05-7ab58a1a0dc5" providerId="ADAL" clId="{66CE6BF6-8BF9-40CC-A38F-526BEA4ABA73}" dt="2022-10-08T16:25:26.707" v="261" actId="165"/>
          <ac:grpSpMkLst>
            <pc:docMk/>
            <pc:sldMk cId="653179748" sldId="2145707390"/>
            <ac:grpSpMk id="38" creationId="{DB8D1CE9-8E88-9018-A474-B6A38C327239}"/>
          </ac:grpSpMkLst>
        </pc:grpChg>
      </pc:sldChg>
      <pc:sldChg chg="modAnim">
        <pc:chgData name="Vetere Marika" userId="53fa8d5e-d730-4591-bf05-7ab58a1a0dc5" providerId="ADAL" clId="{66CE6BF6-8BF9-40CC-A38F-526BEA4ABA73}" dt="2022-10-08T17:16:16.653" v="466"/>
        <pc:sldMkLst>
          <pc:docMk/>
          <pc:sldMk cId="3352162245" sldId="2145707399"/>
        </pc:sldMkLst>
      </pc:sldChg>
      <pc:sldChg chg="del">
        <pc:chgData name="Vetere Marika" userId="53fa8d5e-d730-4591-bf05-7ab58a1a0dc5" providerId="ADAL" clId="{66CE6BF6-8BF9-40CC-A38F-526BEA4ABA73}" dt="2022-10-08T16:22:10.744" v="232" actId="47"/>
        <pc:sldMkLst>
          <pc:docMk/>
          <pc:sldMk cId="4149033368" sldId="2145707406"/>
        </pc:sldMkLst>
      </pc:sldChg>
      <pc:sldChg chg="del">
        <pc:chgData name="Vetere Marika" userId="53fa8d5e-d730-4591-bf05-7ab58a1a0dc5" providerId="ADAL" clId="{66CE6BF6-8BF9-40CC-A38F-526BEA4ABA73}" dt="2022-10-08T16:22:10.744" v="232" actId="47"/>
        <pc:sldMkLst>
          <pc:docMk/>
          <pc:sldMk cId="216272815" sldId="2145707407"/>
        </pc:sldMkLst>
      </pc:sldChg>
      <pc:sldChg chg="delSp modSp del mod">
        <pc:chgData name="Vetere Marika" userId="53fa8d5e-d730-4591-bf05-7ab58a1a0dc5" providerId="ADAL" clId="{66CE6BF6-8BF9-40CC-A38F-526BEA4ABA73}" dt="2022-10-08T16:22:10.744" v="232" actId="47"/>
        <pc:sldMkLst>
          <pc:docMk/>
          <pc:sldMk cId="342662178" sldId="2145707408"/>
        </pc:sldMkLst>
        <pc:spChg chg="del mod">
          <ac:chgData name="Vetere Marika" userId="53fa8d5e-d730-4591-bf05-7ab58a1a0dc5" providerId="ADAL" clId="{66CE6BF6-8BF9-40CC-A38F-526BEA4ABA73}" dt="2022-10-08T15:43:19.156" v="12" actId="478"/>
          <ac:spMkLst>
            <pc:docMk/>
            <pc:sldMk cId="342662178" sldId="2145707408"/>
            <ac:spMk id="2" creationId="{107E648F-ECA7-E5B2-61E8-648E871C1082}"/>
          </ac:spMkLst>
        </pc:spChg>
        <pc:spChg chg="mod">
          <ac:chgData name="Vetere Marika" userId="53fa8d5e-d730-4591-bf05-7ab58a1a0dc5" providerId="ADAL" clId="{66CE6BF6-8BF9-40CC-A38F-526BEA4ABA73}" dt="2022-10-08T16:02:41.332" v="166" actId="1076"/>
          <ac:spMkLst>
            <pc:docMk/>
            <pc:sldMk cId="342662178" sldId="2145707408"/>
            <ac:spMk id="3" creationId="{0F80BA8F-E7C2-5C86-B921-CF19C48D57F8}"/>
          </ac:spMkLst>
        </pc:spChg>
        <pc:spChg chg="mod">
          <ac:chgData name="Vetere Marika" userId="53fa8d5e-d730-4591-bf05-7ab58a1a0dc5" providerId="ADAL" clId="{66CE6BF6-8BF9-40CC-A38F-526BEA4ABA73}" dt="2022-10-08T15:44:46.599" v="26" actId="1076"/>
          <ac:spMkLst>
            <pc:docMk/>
            <pc:sldMk cId="342662178" sldId="2145707408"/>
            <ac:spMk id="48" creationId="{C20EEE5F-7D4B-DC52-0361-D2DE3988BB53}"/>
          </ac:spMkLst>
        </pc:spChg>
      </pc:sldChg>
      <pc:sldChg chg="modSp">
        <pc:chgData name="Vetere Marika" userId="53fa8d5e-d730-4591-bf05-7ab58a1a0dc5" providerId="ADAL" clId="{66CE6BF6-8BF9-40CC-A38F-526BEA4ABA73}" dt="2022-10-08T17:02:20.180" v="440" actId="12788"/>
        <pc:sldMkLst>
          <pc:docMk/>
          <pc:sldMk cId="568817151" sldId="2145707409"/>
        </pc:sldMkLst>
        <pc:picChg chg="mod">
          <ac:chgData name="Vetere Marika" userId="53fa8d5e-d730-4591-bf05-7ab58a1a0dc5" providerId="ADAL" clId="{66CE6BF6-8BF9-40CC-A38F-526BEA4ABA73}" dt="2022-10-08T17:02:20.180" v="440" actId="12788"/>
          <ac:picMkLst>
            <pc:docMk/>
            <pc:sldMk cId="568817151" sldId="2145707409"/>
            <ac:picMk id="1026" creationId="{442F659A-4810-00EC-2531-4F15B189DA93}"/>
          </ac:picMkLst>
        </pc:picChg>
      </pc:sldChg>
      <pc:sldChg chg="addSp delSp modSp mod modAnim">
        <pc:chgData name="Vetere Marika" userId="53fa8d5e-d730-4591-bf05-7ab58a1a0dc5" providerId="ADAL" clId="{66CE6BF6-8BF9-40CC-A38F-526BEA4ABA73}" dt="2022-10-08T17:06:23.969" v="462" actId="1035"/>
        <pc:sldMkLst>
          <pc:docMk/>
          <pc:sldMk cId="2518305557" sldId="2145707410"/>
        </pc:sldMkLst>
        <pc:spChg chg="del mod">
          <ac:chgData name="Vetere Marika" userId="53fa8d5e-d730-4591-bf05-7ab58a1a0dc5" providerId="ADAL" clId="{66CE6BF6-8BF9-40CC-A38F-526BEA4ABA73}" dt="2022-10-08T17:05:36.141" v="457" actId="478"/>
          <ac:spMkLst>
            <pc:docMk/>
            <pc:sldMk cId="2518305557" sldId="2145707410"/>
            <ac:spMk id="4" creationId="{76B00D0E-67B7-EEC4-3931-703D58BAF605}"/>
          </ac:spMkLst>
        </pc:spChg>
        <pc:spChg chg="del topLvl">
          <ac:chgData name="Vetere Marika" userId="53fa8d5e-d730-4591-bf05-7ab58a1a0dc5" providerId="ADAL" clId="{66CE6BF6-8BF9-40CC-A38F-526BEA4ABA73}" dt="2022-10-08T17:05:49.844" v="459" actId="478"/>
          <ac:spMkLst>
            <pc:docMk/>
            <pc:sldMk cId="2518305557" sldId="2145707410"/>
            <ac:spMk id="9" creationId="{EC354154-C867-267F-E220-C36181ECEAAA}"/>
          </ac:spMkLst>
        </pc:spChg>
        <pc:grpChg chg="del mod">
          <ac:chgData name="Vetere Marika" userId="53fa8d5e-d730-4591-bf05-7ab58a1a0dc5" providerId="ADAL" clId="{66CE6BF6-8BF9-40CC-A38F-526BEA4ABA73}" dt="2022-10-08T17:05:49.844" v="459" actId="478"/>
          <ac:grpSpMkLst>
            <pc:docMk/>
            <pc:sldMk cId="2518305557" sldId="2145707410"/>
            <ac:grpSpMk id="10" creationId="{4EB1A26C-9432-F78B-7C02-13794E94CDF9}"/>
          </ac:grpSpMkLst>
        </pc:grpChg>
        <pc:picChg chg="mod modCrop">
          <ac:chgData name="Vetere Marika" userId="53fa8d5e-d730-4591-bf05-7ab58a1a0dc5" providerId="ADAL" clId="{66CE6BF6-8BF9-40CC-A38F-526BEA4ABA73}" dt="2022-10-08T17:06:23.969" v="462" actId="1035"/>
          <ac:picMkLst>
            <pc:docMk/>
            <pc:sldMk cId="2518305557" sldId="2145707410"/>
            <ac:picMk id="2" creationId="{4B181410-8287-D419-91E1-1F449E7E2E2C}"/>
          </ac:picMkLst>
        </pc:picChg>
        <pc:picChg chg="mod">
          <ac:chgData name="Vetere Marika" userId="53fa8d5e-d730-4591-bf05-7ab58a1a0dc5" providerId="ADAL" clId="{66CE6BF6-8BF9-40CC-A38F-526BEA4ABA73}" dt="2022-10-08T17:06:23.969" v="462" actId="1035"/>
          <ac:picMkLst>
            <pc:docMk/>
            <pc:sldMk cId="2518305557" sldId="2145707410"/>
            <ac:picMk id="5" creationId="{F9FA31FB-0162-095F-06A2-2887A4C765C2}"/>
          </ac:picMkLst>
        </pc:picChg>
        <pc:picChg chg="add mod">
          <ac:chgData name="Vetere Marika" userId="53fa8d5e-d730-4591-bf05-7ab58a1a0dc5" providerId="ADAL" clId="{66CE6BF6-8BF9-40CC-A38F-526BEA4ABA73}" dt="2022-10-08T16:46:50.219" v="380"/>
          <ac:picMkLst>
            <pc:docMk/>
            <pc:sldMk cId="2518305557" sldId="2145707410"/>
            <ac:picMk id="6" creationId="{F78B9017-AD98-A7CE-D66A-8D4A7E55157A}"/>
          </ac:picMkLst>
        </pc:picChg>
        <pc:picChg chg="mod topLvl modCrop">
          <ac:chgData name="Vetere Marika" userId="53fa8d5e-d730-4591-bf05-7ab58a1a0dc5" providerId="ADAL" clId="{66CE6BF6-8BF9-40CC-A38F-526BEA4ABA73}" dt="2022-10-08T17:06:23.969" v="462" actId="1035"/>
          <ac:picMkLst>
            <pc:docMk/>
            <pc:sldMk cId="2518305557" sldId="2145707410"/>
            <ac:picMk id="8" creationId="{37F16B93-8837-EE78-DF6D-BCFD38BC6C35}"/>
          </ac:picMkLst>
        </pc:picChg>
      </pc:sldChg>
      <pc:sldChg chg="addSp delSp modSp mod">
        <pc:chgData name="Vetere Marika" userId="53fa8d5e-d730-4591-bf05-7ab58a1a0dc5" providerId="ADAL" clId="{66CE6BF6-8BF9-40CC-A38F-526BEA4ABA73}" dt="2022-10-08T17:05:22.517" v="456" actId="478"/>
        <pc:sldMkLst>
          <pc:docMk/>
          <pc:sldMk cId="811149033" sldId="2145707411"/>
        </pc:sldMkLst>
        <pc:spChg chg="del mod">
          <ac:chgData name="Vetere Marika" userId="53fa8d5e-d730-4591-bf05-7ab58a1a0dc5" providerId="ADAL" clId="{66CE6BF6-8BF9-40CC-A38F-526BEA4ABA73}" dt="2022-10-08T17:05:22.517" v="456" actId="478"/>
          <ac:spMkLst>
            <pc:docMk/>
            <pc:sldMk cId="811149033" sldId="2145707411"/>
            <ac:spMk id="4" creationId="{91E06159-8826-9A8A-48BD-C24444C345F3}"/>
          </ac:spMkLst>
        </pc:spChg>
        <pc:spChg chg="mod">
          <ac:chgData name="Vetere Marika" userId="53fa8d5e-d730-4591-bf05-7ab58a1a0dc5" providerId="ADAL" clId="{66CE6BF6-8BF9-40CC-A38F-526BEA4ABA73}" dt="2022-10-08T17:05:03.152" v="453" actId="1076"/>
          <ac:spMkLst>
            <pc:docMk/>
            <pc:sldMk cId="811149033" sldId="2145707411"/>
            <ac:spMk id="7" creationId="{40B8AE57-FEB2-DC99-2DB8-F0D348C8EA88}"/>
          </ac:spMkLst>
        </pc:spChg>
        <pc:picChg chg="mod modCrop">
          <ac:chgData name="Vetere Marika" userId="53fa8d5e-d730-4591-bf05-7ab58a1a0dc5" providerId="ADAL" clId="{66CE6BF6-8BF9-40CC-A38F-526BEA4ABA73}" dt="2022-10-08T17:05:13.013" v="454" actId="732"/>
          <ac:picMkLst>
            <pc:docMk/>
            <pc:sldMk cId="811149033" sldId="2145707411"/>
            <ac:picMk id="3" creationId="{EB902461-2E2D-3CB7-6A36-AFEF22721340}"/>
          </ac:picMkLst>
        </pc:picChg>
        <pc:picChg chg="mod">
          <ac:chgData name="Vetere Marika" userId="53fa8d5e-d730-4591-bf05-7ab58a1a0dc5" providerId="ADAL" clId="{66CE6BF6-8BF9-40CC-A38F-526BEA4ABA73}" dt="2022-10-08T16:46:39.746" v="379" actId="1036"/>
          <ac:picMkLst>
            <pc:docMk/>
            <pc:sldMk cId="811149033" sldId="2145707411"/>
            <ac:picMk id="5" creationId="{36A4C5AD-C4A8-BE95-E7CF-E813C83700A1}"/>
          </ac:picMkLst>
        </pc:picChg>
        <pc:picChg chg="mod modCrop">
          <ac:chgData name="Vetere Marika" userId="53fa8d5e-d730-4591-bf05-7ab58a1a0dc5" providerId="ADAL" clId="{66CE6BF6-8BF9-40CC-A38F-526BEA4ABA73}" dt="2022-10-08T17:04:45.049" v="452" actId="732"/>
          <ac:picMkLst>
            <pc:docMk/>
            <pc:sldMk cId="811149033" sldId="2145707411"/>
            <ac:picMk id="6" creationId="{34839034-5E48-A2C7-6EE9-1BB3FD9A747C}"/>
          </ac:picMkLst>
        </pc:picChg>
        <pc:picChg chg="add mod">
          <ac:chgData name="Vetere Marika" userId="53fa8d5e-d730-4591-bf05-7ab58a1a0dc5" providerId="ADAL" clId="{66CE6BF6-8BF9-40CC-A38F-526BEA4ABA73}" dt="2022-10-08T16:45:43.169" v="341"/>
          <ac:picMkLst>
            <pc:docMk/>
            <pc:sldMk cId="811149033" sldId="2145707411"/>
            <ac:picMk id="8" creationId="{CFCFB491-79FE-E46F-19B7-DBDA5119B41B}"/>
          </ac:picMkLst>
        </pc:picChg>
      </pc:sldChg>
      <pc:sldChg chg="addSp delSp modSp mod modAnim">
        <pc:chgData name="Vetere Marika" userId="53fa8d5e-d730-4591-bf05-7ab58a1a0dc5" providerId="ADAL" clId="{66CE6BF6-8BF9-40CC-A38F-526BEA4ABA73}" dt="2022-10-08T17:18:30.473" v="468"/>
        <pc:sldMkLst>
          <pc:docMk/>
          <pc:sldMk cId="2775048252" sldId="2145707412"/>
        </pc:sldMkLst>
        <pc:spChg chg="mod topLvl">
          <ac:chgData name="Vetere Marika" userId="53fa8d5e-d730-4591-bf05-7ab58a1a0dc5" providerId="ADAL" clId="{66CE6BF6-8BF9-40CC-A38F-526BEA4ABA73}" dt="2022-10-08T17:04:19.536" v="451" actId="14100"/>
          <ac:spMkLst>
            <pc:docMk/>
            <pc:sldMk cId="2775048252" sldId="2145707412"/>
            <ac:spMk id="5" creationId="{A8FEC48B-B929-B122-6759-902FBB22AAED}"/>
          </ac:spMkLst>
        </pc:spChg>
        <pc:spChg chg="mod topLvl">
          <ac:chgData name="Vetere Marika" userId="53fa8d5e-d730-4591-bf05-7ab58a1a0dc5" providerId="ADAL" clId="{66CE6BF6-8BF9-40CC-A38F-526BEA4ABA73}" dt="2022-10-08T17:03:53.336" v="448" actId="14100"/>
          <ac:spMkLst>
            <pc:docMk/>
            <pc:sldMk cId="2775048252" sldId="2145707412"/>
            <ac:spMk id="10" creationId="{BC41F6F4-430A-3F9C-8D4A-42DA4ED77A49}"/>
          </ac:spMkLst>
        </pc:spChg>
        <pc:grpChg chg="del mod">
          <ac:chgData name="Vetere Marika" userId="53fa8d5e-d730-4591-bf05-7ab58a1a0dc5" providerId="ADAL" clId="{66CE6BF6-8BF9-40CC-A38F-526BEA4ABA73}" dt="2022-10-08T17:03:13.365" v="444" actId="165"/>
          <ac:grpSpMkLst>
            <pc:docMk/>
            <pc:sldMk cId="2775048252" sldId="2145707412"/>
            <ac:grpSpMk id="11" creationId="{96658E82-6D7E-88C1-785B-F39FC202461C}"/>
          </ac:grpSpMkLst>
        </pc:grpChg>
        <pc:grpChg chg="del mod">
          <ac:chgData name="Vetere Marika" userId="53fa8d5e-d730-4591-bf05-7ab58a1a0dc5" providerId="ADAL" clId="{66CE6BF6-8BF9-40CC-A38F-526BEA4ABA73}" dt="2022-10-08T17:04:03.773" v="449" actId="165"/>
          <ac:grpSpMkLst>
            <pc:docMk/>
            <pc:sldMk cId="2775048252" sldId="2145707412"/>
            <ac:grpSpMk id="13" creationId="{04272E20-A892-57A9-A1F3-292860439E65}"/>
          </ac:grpSpMkLst>
        </pc:grpChg>
        <pc:picChg chg="add mod">
          <ac:chgData name="Vetere Marika" userId="53fa8d5e-d730-4591-bf05-7ab58a1a0dc5" providerId="ADAL" clId="{66CE6BF6-8BF9-40CC-A38F-526BEA4ABA73}" dt="2022-10-08T16:45:28.494" v="340"/>
          <ac:picMkLst>
            <pc:docMk/>
            <pc:sldMk cId="2775048252" sldId="2145707412"/>
            <ac:picMk id="3" creationId="{E0B4E59B-9EBD-70D6-AAE2-03D0421FAAFC}"/>
          </ac:picMkLst>
        </pc:picChg>
        <pc:picChg chg="mod">
          <ac:chgData name="Vetere Marika" userId="53fa8d5e-d730-4591-bf05-7ab58a1a0dc5" providerId="ADAL" clId="{66CE6BF6-8BF9-40CC-A38F-526BEA4ABA73}" dt="2022-10-08T16:45:56.215" v="363" actId="1036"/>
          <ac:picMkLst>
            <pc:docMk/>
            <pc:sldMk cId="2775048252" sldId="2145707412"/>
            <ac:picMk id="4" creationId="{0F112373-D475-0A62-187C-5BCE36F478FC}"/>
          </ac:picMkLst>
        </pc:picChg>
        <pc:picChg chg="mod topLvl modCrop">
          <ac:chgData name="Vetere Marika" userId="53fa8d5e-d730-4591-bf05-7ab58a1a0dc5" providerId="ADAL" clId="{66CE6BF6-8BF9-40CC-A38F-526BEA4ABA73}" dt="2022-10-08T17:04:12.683" v="450" actId="732"/>
          <ac:picMkLst>
            <pc:docMk/>
            <pc:sldMk cId="2775048252" sldId="2145707412"/>
            <ac:picMk id="6" creationId="{AFD2257B-8339-6671-E17E-80189DF54F10}"/>
          </ac:picMkLst>
        </pc:picChg>
        <pc:picChg chg="mod">
          <ac:chgData name="Vetere Marika" userId="53fa8d5e-d730-4591-bf05-7ab58a1a0dc5" providerId="ADAL" clId="{66CE6BF6-8BF9-40CC-A38F-526BEA4ABA73}" dt="2022-10-08T16:45:56.215" v="363" actId="1036"/>
          <ac:picMkLst>
            <pc:docMk/>
            <pc:sldMk cId="2775048252" sldId="2145707412"/>
            <ac:picMk id="7" creationId="{D9A1C2B1-A4CE-0723-5F9F-3907FFBDFE80}"/>
          </ac:picMkLst>
        </pc:picChg>
        <pc:picChg chg="mod topLvl modCrop">
          <ac:chgData name="Vetere Marika" userId="53fa8d5e-d730-4591-bf05-7ab58a1a0dc5" providerId="ADAL" clId="{66CE6BF6-8BF9-40CC-A38F-526BEA4ABA73}" dt="2022-10-08T17:03:34.834" v="446" actId="732"/>
          <ac:picMkLst>
            <pc:docMk/>
            <pc:sldMk cId="2775048252" sldId="2145707412"/>
            <ac:picMk id="8" creationId="{8C80DC49-487A-AF3E-11D6-C60A90108004}"/>
          </ac:picMkLst>
        </pc:picChg>
      </pc:sldChg>
      <pc:sldChg chg="addSp delSp modSp mod">
        <pc:chgData name="Vetere Marika" userId="53fa8d5e-d730-4591-bf05-7ab58a1a0dc5" providerId="ADAL" clId="{66CE6BF6-8BF9-40CC-A38F-526BEA4ABA73}" dt="2022-10-08T17:02:53.611" v="443" actId="1036"/>
        <pc:sldMkLst>
          <pc:docMk/>
          <pc:sldMk cId="1225825007" sldId="2145707413"/>
        </pc:sldMkLst>
        <pc:spChg chg="add del">
          <ac:chgData name="Vetere Marika" userId="53fa8d5e-d730-4591-bf05-7ab58a1a0dc5" providerId="ADAL" clId="{66CE6BF6-8BF9-40CC-A38F-526BEA4ABA73}" dt="2022-10-08T16:45:05.687" v="338" actId="478"/>
          <ac:spMkLst>
            <pc:docMk/>
            <pc:sldMk cId="1225825007" sldId="2145707413"/>
            <ac:spMk id="15" creationId="{558B3B02-0790-B51B-7370-8F7FC3B9A474}"/>
          </ac:spMkLst>
        </pc:spChg>
        <pc:grpChg chg="mod">
          <ac:chgData name="Vetere Marika" userId="53fa8d5e-d730-4591-bf05-7ab58a1a0dc5" providerId="ADAL" clId="{66CE6BF6-8BF9-40CC-A38F-526BEA4ABA73}" dt="2022-10-08T16:43:43.515" v="333" actId="1036"/>
          <ac:grpSpMkLst>
            <pc:docMk/>
            <pc:sldMk cId="1225825007" sldId="2145707413"/>
            <ac:grpSpMk id="26" creationId="{6E7B2963-F699-844C-3EC2-021103D291A7}"/>
          </ac:grpSpMkLst>
        </pc:grpChg>
        <pc:grpChg chg="mod">
          <ac:chgData name="Vetere Marika" userId="53fa8d5e-d730-4591-bf05-7ab58a1a0dc5" providerId="ADAL" clId="{66CE6BF6-8BF9-40CC-A38F-526BEA4ABA73}" dt="2022-10-08T16:43:43.515" v="333" actId="1036"/>
          <ac:grpSpMkLst>
            <pc:docMk/>
            <pc:sldMk cId="1225825007" sldId="2145707413"/>
            <ac:grpSpMk id="27" creationId="{4E7BF487-9924-069E-2D49-A40209EF52F7}"/>
          </ac:grpSpMkLst>
        </pc:grpChg>
        <pc:picChg chg="mod">
          <ac:chgData name="Vetere Marika" userId="53fa8d5e-d730-4591-bf05-7ab58a1a0dc5" providerId="ADAL" clId="{66CE6BF6-8BF9-40CC-A38F-526BEA4ABA73}" dt="2022-10-08T17:02:53.611" v="443" actId="1036"/>
          <ac:picMkLst>
            <pc:docMk/>
            <pc:sldMk cId="1225825007" sldId="2145707413"/>
            <ac:picMk id="2" creationId="{4AC6CEB0-1639-02DC-B1A8-5DA0CC5ADB31}"/>
          </ac:picMkLst>
        </pc:picChg>
        <pc:picChg chg="add mod">
          <ac:chgData name="Vetere Marika" userId="53fa8d5e-d730-4591-bf05-7ab58a1a0dc5" providerId="ADAL" clId="{66CE6BF6-8BF9-40CC-A38F-526BEA4ABA73}" dt="2022-10-08T16:43:56.058" v="335" actId="1036"/>
          <ac:picMkLst>
            <pc:docMk/>
            <pc:sldMk cId="1225825007" sldId="2145707413"/>
            <ac:picMk id="4" creationId="{097C013D-63D4-886B-0122-7136E78F6357}"/>
          </ac:picMkLst>
        </pc:picChg>
        <pc:picChg chg="mod">
          <ac:chgData name="Vetere Marika" userId="53fa8d5e-d730-4591-bf05-7ab58a1a0dc5" providerId="ADAL" clId="{66CE6BF6-8BF9-40CC-A38F-526BEA4ABA73}" dt="2022-10-08T16:43:43.515" v="333" actId="1036"/>
          <ac:picMkLst>
            <pc:docMk/>
            <pc:sldMk cId="1225825007" sldId="2145707413"/>
            <ac:picMk id="9" creationId="{A9C46A48-D684-B749-97A6-8445A7F78D28}"/>
          </ac:picMkLst>
        </pc:picChg>
        <pc:picChg chg="mod">
          <ac:chgData name="Vetere Marika" userId="53fa8d5e-d730-4591-bf05-7ab58a1a0dc5" providerId="ADAL" clId="{66CE6BF6-8BF9-40CC-A38F-526BEA4ABA73}" dt="2022-10-08T16:43:43.515" v="333" actId="1036"/>
          <ac:picMkLst>
            <pc:docMk/>
            <pc:sldMk cId="1225825007" sldId="2145707413"/>
            <ac:picMk id="23" creationId="{33468FB1-4A05-584A-3668-CC4A8838FAC0}"/>
          </ac:picMkLst>
        </pc:picChg>
        <pc:picChg chg="mod modCrop">
          <ac:chgData name="Vetere Marika" userId="53fa8d5e-d730-4591-bf05-7ab58a1a0dc5" providerId="ADAL" clId="{66CE6BF6-8BF9-40CC-A38F-526BEA4ABA73}" dt="2022-10-08T16:45:12.202" v="339" actId="732"/>
          <ac:picMkLst>
            <pc:docMk/>
            <pc:sldMk cId="1225825007" sldId="2145707413"/>
            <ac:picMk id="24" creationId="{AEB82A57-99E5-EB12-B789-092E926CD31E}"/>
          </ac:picMkLst>
        </pc:picChg>
        <pc:picChg chg="mod modCrop">
          <ac:chgData name="Vetere Marika" userId="53fa8d5e-d730-4591-bf05-7ab58a1a0dc5" providerId="ADAL" clId="{66CE6BF6-8BF9-40CC-A38F-526BEA4ABA73}" dt="2022-10-08T16:44:51.225" v="336" actId="732"/>
          <ac:picMkLst>
            <pc:docMk/>
            <pc:sldMk cId="1225825007" sldId="2145707413"/>
            <ac:picMk id="25" creationId="{DAE16928-B519-C129-86C6-868AAA2D26D5}"/>
          </ac:picMkLst>
        </pc:picChg>
      </pc:sldChg>
      <pc:sldChg chg="addSp delSp modSp add mod addAnim delAnim modAnim">
        <pc:chgData name="Vetere Marika" userId="53fa8d5e-d730-4591-bf05-7ab58a1a0dc5" providerId="ADAL" clId="{66CE6BF6-8BF9-40CC-A38F-526BEA4ABA73}" dt="2022-10-08T17:06:42.104" v="464" actId="732"/>
        <pc:sldMkLst>
          <pc:docMk/>
          <pc:sldMk cId="2587011232" sldId="2145707415"/>
        </pc:sldMkLst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3" creationId="{7E17BB63-D556-A87F-4BF1-70D64901D795}"/>
          </ac:spMkLst>
        </pc:spChg>
        <pc:spChg chg="mod">
          <ac:chgData name="Vetere Marika" userId="53fa8d5e-d730-4591-bf05-7ab58a1a0dc5" providerId="ADAL" clId="{66CE6BF6-8BF9-40CC-A38F-526BEA4ABA73}" dt="2022-10-08T17:06:33.147" v="463" actId="14100"/>
          <ac:spMkLst>
            <pc:docMk/>
            <pc:sldMk cId="2587011232" sldId="2145707415"/>
            <ac:spMk id="4" creationId="{76B00D0E-67B7-EEC4-3931-703D58BAF605}"/>
          </ac:spMkLst>
        </pc:spChg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6" creationId="{19CA7F6F-639A-1794-790F-DF6E105CEF0E}"/>
          </ac:spMkLst>
        </pc:spChg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7" creationId="{B5484936-775F-ACBD-8D1B-07842C6100C0}"/>
          </ac:spMkLst>
        </pc:spChg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" creationId="{D28D38F4-C085-7887-47BA-BA48E876F420}"/>
          </ac:spMkLst>
        </pc:spChg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4" creationId="{98170AA4-6C54-92AC-A9C6-C0F9B6D2E17D}"/>
          </ac:spMkLst>
        </pc:spChg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5" creationId="{A33A3C04-D3C3-5ED6-BD90-0F7052A38E09}"/>
          </ac:spMkLst>
        </pc:spChg>
        <pc:spChg chg="add mod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6" creationId="{2A581778-605E-D41D-A4BB-83F73D90B357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18" creationId="{A7CD8F74-08E3-65D3-F4A6-BC1FBC15C8CD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19" creationId="{04A19EA5-FEB7-9B27-C333-29AE27CD187E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0" creationId="{E39DA6DB-507F-2010-1821-21DDD64C2C86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1" creationId="{DFB848CF-1903-565F-4EAA-FC1670A0926A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3" creationId="{BBEC853E-07B2-59DA-009D-60E7F7AEE99F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4" creationId="{0DD741E8-F35F-3738-2FBC-E6F876BE6AB9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5" creationId="{58EFBBA5-95FE-9A8D-FF2C-94A45960C23B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6" creationId="{BF632C66-0C67-73E2-54FD-31972E1E31F8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7" creationId="{28B1C62A-3AA8-087C-BFD5-106004847CB9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8" creationId="{02A9CD17-0415-332A-B5B3-B788E6883385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29" creationId="{E2E665B1-F50F-A0D5-0A6C-EA38347744C1}"/>
          </ac:spMkLst>
        </pc:spChg>
        <pc:spChg chg="add mod topLvl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30" creationId="{022C289E-278A-D3A9-18C6-C38B5A0777A9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35" creationId="{B72BFF5D-B811-1F20-FE3E-28564F9D4D7E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36" creationId="{AFCB3A08-4441-5EB4-FCF0-3554D2588E5B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37" creationId="{33A9BCC0-164A-14A0-1CA1-5CDC0E752F47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38" creationId="{3AD8ADD9-B2AD-1AD6-A98C-FE3CD47DBCDE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41" creationId="{3DA781A8-E65E-5294-C709-5CBCBC8FE797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42" creationId="{099D5C38-F0AA-9046-C851-70A91D496BB2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43" creationId="{268A7BDF-5BC4-A27B-75D9-CB49AFC1E2B6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44" creationId="{2042725E-125B-52B0-9756-88DF3354D454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45" creationId="{FE5CEF43-F90B-F383-5B7D-E02199A202FC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46" creationId="{23EA51AC-17EA-F931-C265-1CFCA07DAD25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56" creationId="{460BD4BA-9C8A-C9B5-944E-CCDFE872B46D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57" creationId="{9D77255C-6DC9-1B81-6AE9-B26BBD66D21F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58" creationId="{3DC8384A-688C-CF66-F0FA-79E72CC58A42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59" creationId="{EF89CD49-2E88-A660-B3BC-BC843DC9CBDA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0" creationId="{B05C92AB-B7BC-2F2C-DB73-8F63746802F8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1" creationId="{56D48FC3-4103-7229-4B4A-A04E199E4FE3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2" creationId="{CD12F1C3-9295-ACD6-7504-8C1F7A3379F8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3" creationId="{BD038747-DCC3-5E20-B4D3-F5DF6317E90C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4" creationId="{12F0E74B-8050-FBD8-8D23-A51F10802501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5" creationId="{5EF85BFC-469B-A7BE-A582-08B1707D34DA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6" creationId="{FF292822-F1F7-4E14-DC2F-93FAA97C5E05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67" creationId="{7935A6DF-B040-FFEA-7918-F7C86A3C2B2A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70" creationId="{73180B6F-8649-8F9F-FE8E-B211EFED6FDA}"/>
          </ac:spMkLst>
        </pc:spChg>
        <pc:spChg chg="add del mod">
          <ac:chgData name="Vetere Marika" userId="53fa8d5e-d730-4591-bf05-7ab58a1a0dc5" providerId="ADAL" clId="{66CE6BF6-8BF9-40CC-A38F-526BEA4ABA73}" dt="2022-10-08T15:44:41.860" v="24" actId="478"/>
          <ac:spMkLst>
            <pc:docMk/>
            <pc:sldMk cId="2587011232" sldId="2145707415"/>
            <ac:spMk id="71" creationId="{58679B66-12D8-EE42-464F-FF1BA07EAEC0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83" creationId="{49B3BAE7-FC14-5CFD-C532-15A75EE1AA4F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84" creationId="{0DD21E90-C3C8-19BE-518E-8B16AAE462CC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85" creationId="{6D8775E7-1F8E-DEA0-6176-7FB24F45E5A0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86" creationId="{1FA828E3-E7AC-208F-438A-473517CFAECA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89" creationId="{F7EB540A-7051-C82E-2ABA-2810C08D3946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90" creationId="{A551FA22-DA6B-2331-B1CA-231C30203651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91" creationId="{A031C618-E5B3-CC45-0ADD-533D04273048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92" creationId="{994AA752-2705-1B8F-9062-30BD982509FB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93" creationId="{06A74134-A542-13DB-CA06-EF4248E25FEF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94" creationId="{CD3EA934-0A7D-C1D1-52F8-E0F67F77C506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04" creationId="{E7DF4787-DA8D-B18F-92CB-50966BB21AAF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05" creationId="{505A9D7F-4789-497E-F797-7154B4898701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06" creationId="{285FD4C0-B3FA-1A4C-5DD6-CCF5EC97E978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07" creationId="{3D21CED3-5D76-D7A0-F786-95E3D9B2D3BA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08" creationId="{A34E3C2E-A89C-00FD-E08F-C78C7291E551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09" creationId="{594B4C8A-F4EF-25B5-B0B7-DC443BEEEB29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0" creationId="{C03C6722-7A24-5EFE-0B75-9A4EE36003EC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1" creationId="{FB39765A-4A68-7B3A-1152-F1E70A8D91C1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2" creationId="{55F264ED-1CAA-F010-D57C-2BF5BBFD2FCC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3" creationId="{428E970E-6676-9651-5FA9-0BEE66567417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4" creationId="{7341AEA2-69A3-138C-A1A1-A3620C259059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5" creationId="{DF65CD8C-116B-7592-9D49-7B59B510A318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8" creationId="{2F2BD1BF-B9B5-8DA5-9FF0-1366FC8E1848}"/>
          </ac:spMkLst>
        </pc:spChg>
        <pc:spChg chg="add mod topLvl">
          <ac:chgData name="Vetere Marika" userId="53fa8d5e-d730-4591-bf05-7ab58a1a0dc5" providerId="ADAL" clId="{66CE6BF6-8BF9-40CC-A38F-526BEA4ABA73}" dt="2022-10-08T16:47:08.975" v="413" actId="1035"/>
          <ac:spMkLst>
            <pc:docMk/>
            <pc:sldMk cId="2587011232" sldId="2145707415"/>
            <ac:spMk id="119" creationId="{7D3F6BD2-CBEA-87DB-9E2D-F46FDD43D138}"/>
          </ac:spMkLst>
        </pc:spChg>
        <pc:spChg chg="del mod topLvl">
          <ac:chgData name="Vetere Marika" userId="53fa8d5e-d730-4591-bf05-7ab58a1a0dc5" providerId="ADAL" clId="{66CE6BF6-8BF9-40CC-A38F-526BEA4ABA73}" dt="2022-10-08T15:56:50.843" v="100" actId="478"/>
          <ac:spMkLst>
            <pc:docMk/>
            <pc:sldMk cId="2587011232" sldId="2145707415"/>
            <ac:spMk id="125" creationId="{D04754A8-2622-E6E5-7F0A-00765067E89A}"/>
          </ac:spMkLst>
        </pc:spChg>
        <pc:spChg chg="add mod">
          <ac:chgData name="Vetere Marika" userId="53fa8d5e-d730-4591-bf05-7ab58a1a0dc5" providerId="ADAL" clId="{66CE6BF6-8BF9-40CC-A38F-526BEA4ABA73}" dt="2022-10-08T16:08:45.570" v="227" actId="164"/>
          <ac:spMkLst>
            <pc:docMk/>
            <pc:sldMk cId="2587011232" sldId="2145707415"/>
            <ac:spMk id="126" creationId="{4BC706A7-5183-CB4A-E9BD-21F453F2B3D7}"/>
          </ac:spMkLst>
        </pc:spChg>
        <pc:grpChg chg="add del">
          <ac:chgData name="Vetere Marika" userId="53fa8d5e-d730-4591-bf05-7ab58a1a0dc5" providerId="ADAL" clId="{66CE6BF6-8BF9-40CC-A38F-526BEA4ABA73}" dt="2022-10-08T15:42:57.429" v="6" actId="478"/>
          <ac:grpSpMkLst>
            <pc:docMk/>
            <pc:sldMk cId="2587011232" sldId="2145707415"/>
            <ac:grpSpMk id="10" creationId="{4EB1A26C-9432-F78B-7C02-13794E94CDF9}"/>
          </ac:grpSpMkLst>
        </pc:grpChg>
        <pc:grpChg chg="add del mod">
          <ac:chgData name="Vetere Marika" userId="53fa8d5e-d730-4591-bf05-7ab58a1a0dc5" providerId="ADAL" clId="{66CE6BF6-8BF9-40CC-A38F-526BEA4ABA73}" dt="2022-10-08T15:52:30.155" v="79" actId="165"/>
          <ac:grpSpMkLst>
            <pc:docMk/>
            <pc:sldMk cId="2587011232" sldId="2145707415"/>
            <ac:grpSpMk id="34" creationId="{0BDC1BDF-FA3A-7D89-7470-DF9BE96B4232}"/>
          </ac:grpSpMkLst>
        </pc:grpChg>
        <pc:grpChg chg="add del mod">
          <ac:chgData name="Vetere Marika" userId="53fa8d5e-d730-4591-bf05-7ab58a1a0dc5" providerId="ADAL" clId="{66CE6BF6-8BF9-40CC-A38F-526BEA4ABA73}" dt="2022-10-08T15:51:13.686" v="73" actId="165"/>
          <ac:grpSpMkLst>
            <pc:docMk/>
            <pc:sldMk cId="2587011232" sldId="2145707415"/>
            <ac:grpSpMk id="120" creationId="{C97FB0EC-47F6-DC99-E5F0-4612D39DE27B}"/>
          </ac:grpSpMkLst>
        </pc:grpChg>
        <pc:grpChg chg="add del mod">
          <ac:chgData name="Vetere Marika" userId="53fa8d5e-d730-4591-bf05-7ab58a1a0dc5" providerId="ADAL" clId="{66CE6BF6-8BF9-40CC-A38F-526BEA4ABA73}" dt="2022-10-08T16:04:29.763" v="170" actId="165"/>
          <ac:grpSpMkLst>
            <pc:docMk/>
            <pc:sldMk cId="2587011232" sldId="2145707415"/>
            <ac:grpSpMk id="121" creationId="{31C7FF1B-B98A-CEC6-3E68-A0987A5910D5}"/>
          </ac:grpSpMkLst>
        </pc:grpChg>
        <pc:grpChg chg="add mod">
          <ac:chgData name="Vetere Marika" userId="53fa8d5e-d730-4591-bf05-7ab58a1a0dc5" providerId="ADAL" clId="{66CE6BF6-8BF9-40CC-A38F-526BEA4ABA73}" dt="2022-10-08T15:54:28.005" v="90" actId="14100"/>
          <ac:grpSpMkLst>
            <pc:docMk/>
            <pc:sldMk cId="2587011232" sldId="2145707415"/>
            <ac:grpSpMk id="122" creationId="{4240052B-2C33-F6C4-BD3C-F7C016403740}"/>
          </ac:grpSpMkLst>
        </pc:grpChg>
        <pc:grpChg chg="add del mod">
          <ac:chgData name="Vetere Marika" userId="53fa8d5e-d730-4591-bf05-7ab58a1a0dc5" providerId="ADAL" clId="{66CE6BF6-8BF9-40CC-A38F-526BEA4ABA73}" dt="2022-10-08T15:56:41.806" v="99" actId="165"/>
          <ac:grpSpMkLst>
            <pc:docMk/>
            <pc:sldMk cId="2587011232" sldId="2145707415"/>
            <ac:grpSpMk id="123" creationId="{F3382DB0-A6EA-6953-A489-51E5FD3B0074}"/>
          </ac:grpSpMkLst>
        </pc:grpChg>
        <pc:grpChg chg="add mod">
          <ac:chgData name="Vetere Marika" userId="53fa8d5e-d730-4591-bf05-7ab58a1a0dc5" providerId="ADAL" clId="{66CE6BF6-8BF9-40CC-A38F-526BEA4ABA73}" dt="2022-10-08T16:47:08.975" v="413" actId="1035"/>
          <ac:grpSpMkLst>
            <pc:docMk/>
            <pc:sldMk cId="2587011232" sldId="2145707415"/>
            <ac:grpSpMk id="127" creationId="{1FB2F4C2-8628-0FA8-03F5-6649D7E34606}"/>
          </ac:grpSpMkLst>
        </pc:grpChg>
        <pc:graphicFrameChg chg="add del mod">
          <ac:chgData name="Vetere Marika" userId="53fa8d5e-d730-4591-bf05-7ab58a1a0dc5" providerId="ADAL" clId="{66CE6BF6-8BF9-40CC-A38F-526BEA4ABA73}" dt="2022-10-08T15:44:41.860" v="24" actId="478"/>
          <ac:graphicFrameMkLst>
            <pc:docMk/>
            <pc:sldMk cId="2587011232" sldId="2145707415"/>
            <ac:graphicFrameMk id="68" creationId="{D0488A7A-717F-170D-1468-0F6CDCC4C52B}"/>
          </ac:graphicFrameMkLst>
        </pc:graphicFrameChg>
        <pc:graphicFrameChg chg="add mod topLvl">
          <ac:chgData name="Vetere Marika" userId="53fa8d5e-d730-4591-bf05-7ab58a1a0dc5" providerId="ADAL" clId="{66CE6BF6-8BF9-40CC-A38F-526BEA4ABA73}" dt="2022-10-08T16:47:08.975" v="413" actId="1035"/>
          <ac:graphicFrameMkLst>
            <pc:docMk/>
            <pc:sldMk cId="2587011232" sldId="2145707415"/>
            <ac:graphicFrameMk id="116" creationId="{ED5874DA-EDD3-F8C5-6431-E5697516EF6C}"/>
          </ac:graphicFrameMkLst>
        </pc:graphicFrameChg>
        <pc:picChg chg="add del">
          <ac:chgData name="Vetere Marika" userId="53fa8d5e-d730-4591-bf05-7ab58a1a0dc5" providerId="ADAL" clId="{66CE6BF6-8BF9-40CC-A38F-526BEA4ABA73}" dt="2022-10-08T15:42:56.306" v="5" actId="478"/>
          <ac:picMkLst>
            <pc:docMk/>
            <pc:sldMk cId="2587011232" sldId="2145707415"/>
            <ac:picMk id="2" creationId="{4B181410-8287-D419-91E1-1F449E7E2E2C}"/>
          </ac:picMkLst>
        </pc:picChg>
        <pc:picChg chg="mod">
          <ac:chgData name="Vetere Marika" userId="53fa8d5e-d730-4591-bf05-7ab58a1a0dc5" providerId="ADAL" clId="{66CE6BF6-8BF9-40CC-A38F-526BEA4ABA73}" dt="2022-10-08T16:47:08.975" v="413" actId="1035"/>
          <ac:picMkLst>
            <pc:docMk/>
            <pc:sldMk cId="2587011232" sldId="2145707415"/>
            <ac:picMk id="5" creationId="{F9FA31FB-0162-095F-06A2-2887A4C765C2}"/>
          </ac:picMkLst>
        </pc:picChg>
        <pc:picChg chg="add mod">
          <ac:chgData name="Vetere Marika" userId="53fa8d5e-d730-4591-bf05-7ab58a1a0dc5" providerId="ADAL" clId="{66CE6BF6-8BF9-40CC-A38F-526BEA4ABA73}" dt="2022-10-08T16:47:00.744" v="395"/>
          <ac:picMkLst>
            <pc:docMk/>
            <pc:sldMk cId="2587011232" sldId="2145707415"/>
            <ac:picMk id="8" creationId="{1D5F59D8-CD55-3E3F-3514-3BD09B5B29B6}"/>
          </ac:picMkLst>
        </pc:picChg>
        <pc:picChg chg="add mod topLvl">
          <ac:chgData name="Vetere Marika" userId="53fa8d5e-d730-4591-bf05-7ab58a1a0dc5" providerId="ADAL" clId="{66CE6BF6-8BF9-40CC-A38F-526BEA4ABA73}" dt="2022-10-08T16:08:45.570" v="227" actId="164"/>
          <ac:picMkLst>
            <pc:docMk/>
            <pc:sldMk cId="2587011232" sldId="2145707415"/>
            <ac:picMk id="22" creationId="{D5AB771E-F911-C8FF-BE2E-AA779C9D0921}"/>
          </ac:picMkLst>
        </pc:picChg>
        <pc:picChg chg="add mod topLvl">
          <ac:chgData name="Vetere Marika" userId="53fa8d5e-d730-4591-bf05-7ab58a1a0dc5" providerId="ADAL" clId="{66CE6BF6-8BF9-40CC-A38F-526BEA4ABA73}" dt="2022-10-08T16:08:45.570" v="227" actId="164"/>
          <ac:picMkLst>
            <pc:docMk/>
            <pc:sldMk cId="2587011232" sldId="2145707415"/>
            <ac:picMk id="31" creationId="{44E6C46E-899B-DBEE-C459-5BB9277DB780}"/>
          </ac:picMkLst>
        </pc:picChg>
        <pc:picChg chg="add mod topLvl">
          <ac:chgData name="Vetere Marika" userId="53fa8d5e-d730-4591-bf05-7ab58a1a0dc5" providerId="ADAL" clId="{66CE6BF6-8BF9-40CC-A38F-526BEA4ABA73}" dt="2022-10-08T16:08:45.570" v="227" actId="164"/>
          <ac:picMkLst>
            <pc:docMk/>
            <pc:sldMk cId="2587011232" sldId="2145707415"/>
            <ac:picMk id="32" creationId="{4A7962F3-246D-9821-DABD-708131298966}"/>
          </ac:picMkLst>
        </pc:picChg>
        <pc:picChg chg="add mod topLvl">
          <ac:chgData name="Vetere Marika" userId="53fa8d5e-d730-4591-bf05-7ab58a1a0dc5" providerId="ADAL" clId="{66CE6BF6-8BF9-40CC-A38F-526BEA4ABA73}" dt="2022-10-08T16:08:45.570" v="227" actId="164"/>
          <ac:picMkLst>
            <pc:docMk/>
            <pc:sldMk cId="2587011232" sldId="2145707415"/>
            <ac:picMk id="33" creationId="{22E7F6AA-E903-4BDF-D765-1E2A19855C7D}"/>
          </ac:picMkLst>
        </pc:picChg>
        <pc:picChg chg="add del mod">
          <ac:chgData name="Vetere Marika" userId="53fa8d5e-d730-4591-bf05-7ab58a1a0dc5" providerId="ADAL" clId="{66CE6BF6-8BF9-40CC-A38F-526BEA4ABA73}" dt="2022-10-08T15:44:41.860" v="24" actId="478"/>
          <ac:picMkLst>
            <pc:docMk/>
            <pc:sldMk cId="2587011232" sldId="2145707415"/>
            <ac:picMk id="69" creationId="{4E77C4FF-09E9-A8A1-B7E5-2586FCAD1ACE}"/>
          </ac:picMkLst>
        </pc:picChg>
        <pc:picChg chg="add mod topLvl">
          <ac:chgData name="Vetere Marika" userId="53fa8d5e-d730-4591-bf05-7ab58a1a0dc5" providerId="ADAL" clId="{66CE6BF6-8BF9-40CC-A38F-526BEA4ABA73}" dt="2022-10-08T16:47:08.975" v="413" actId="1035"/>
          <ac:picMkLst>
            <pc:docMk/>
            <pc:sldMk cId="2587011232" sldId="2145707415"/>
            <ac:picMk id="117" creationId="{C0A1A71E-C815-CE81-FB37-F0B9318795E5}"/>
          </ac:picMkLst>
        </pc:picChg>
        <pc:picChg chg="mod topLvl modCrop">
          <ac:chgData name="Vetere Marika" userId="53fa8d5e-d730-4591-bf05-7ab58a1a0dc5" providerId="ADAL" clId="{66CE6BF6-8BF9-40CC-A38F-526BEA4ABA73}" dt="2022-10-08T17:06:42.104" v="464" actId="732"/>
          <ac:picMkLst>
            <pc:docMk/>
            <pc:sldMk cId="2587011232" sldId="2145707415"/>
            <ac:picMk id="124" creationId="{D7BF2682-3BB6-D8C7-216D-5A6340805FE0}"/>
          </ac:picMkLst>
        </pc:picChg>
        <pc:cxnChg chg="add mod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13" creationId="{9426A15D-5D20-6FC9-3415-607F17D41172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39" creationId="{629B965F-42DA-76BC-50CC-A178A6B52891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40" creationId="{852415CF-FAA5-A92F-D903-8B98E09275D7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47" creationId="{50C2A19C-ED80-360B-433B-8FB1120EFD00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48" creationId="{442F2010-B7F1-CC14-CD40-005AAC0F4C8D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49" creationId="{DB8986E7-C477-6658-ADEB-EB547F621CCA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50" creationId="{A56EDC18-F7CA-10F8-B6D2-2C1994520FD8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51" creationId="{6FFB3947-F253-AD68-B093-FC19E002B3BE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52" creationId="{F6EA2A71-1A7C-7F69-CB1F-51E9D8A7D8A9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53" creationId="{ACE33AAA-DAAE-411D-4F1E-F49AA8428D48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54" creationId="{0B3D9361-DDA3-675E-9275-8B7497A74C06}"/>
          </ac:cxnSpMkLst>
        </pc:cxnChg>
        <pc:cxnChg chg="add del mod">
          <ac:chgData name="Vetere Marika" userId="53fa8d5e-d730-4591-bf05-7ab58a1a0dc5" providerId="ADAL" clId="{66CE6BF6-8BF9-40CC-A38F-526BEA4ABA73}" dt="2022-10-08T15:44:41.860" v="24" actId="478"/>
          <ac:cxnSpMkLst>
            <pc:docMk/>
            <pc:sldMk cId="2587011232" sldId="2145707415"/>
            <ac:cxnSpMk id="55" creationId="{6B2E1022-03F7-93BE-9485-3935763C291C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87" creationId="{F871C301-1EF6-72A6-DE45-14A909B455DE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88" creationId="{5ECE8A46-820F-B27A-F8FC-0919C1E139FA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95" creationId="{87406B4D-A0C7-D9B1-A0D6-22A99F072386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96" creationId="{0A03245E-6500-60F2-4352-6D9D2984355D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97" creationId="{8918C289-FCF1-62B4-AB44-6EC697F9EB12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98" creationId="{E61A9AA6-D25E-CED8-AE09-FA7B27970497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99" creationId="{6919D322-CC90-2759-B281-74117E27E39C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100" creationId="{981A575B-EF6B-FD20-5DB7-A7FB5FB984C7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101" creationId="{067E40F5-FC80-AEDE-CCD6-09B708FBA55F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102" creationId="{DCB3DD02-6899-1EB4-1D0D-74CD03287188}"/>
          </ac:cxnSpMkLst>
        </pc:cxnChg>
        <pc:cxnChg chg="add mod topLvl">
          <ac:chgData name="Vetere Marika" userId="53fa8d5e-d730-4591-bf05-7ab58a1a0dc5" providerId="ADAL" clId="{66CE6BF6-8BF9-40CC-A38F-526BEA4ABA73}" dt="2022-10-08T16:47:08.975" v="413" actId="1035"/>
          <ac:cxnSpMkLst>
            <pc:docMk/>
            <pc:sldMk cId="2587011232" sldId="2145707415"/>
            <ac:cxnSpMk id="103" creationId="{3AA4A25A-DEAC-5C44-B7E4-64FA28857D62}"/>
          </ac:cxnSpMkLst>
        </pc:cxnChg>
      </pc:sldChg>
      <pc:sldChg chg="modSp add">
        <pc:chgData name="Vetere Marika" userId="53fa8d5e-d730-4591-bf05-7ab58a1a0dc5" providerId="ADAL" clId="{66CE6BF6-8BF9-40CC-A38F-526BEA4ABA73}" dt="2022-10-08T17:02:33.434" v="442" actId="12789"/>
        <pc:sldMkLst>
          <pc:docMk/>
          <pc:sldMk cId="3445009189" sldId="2145707417"/>
        </pc:sldMkLst>
        <pc:picChg chg="mod">
          <ac:chgData name="Vetere Marika" userId="53fa8d5e-d730-4591-bf05-7ab58a1a0dc5" providerId="ADAL" clId="{66CE6BF6-8BF9-40CC-A38F-526BEA4ABA73}" dt="2022-10-08T17:02:33.434" v="442" actId="12789"/>
          <ac:picMkLst>
            <pc:docMk/>
            <pc:sldMk cId="3445009189" sldId="2145707417"/>
            <ac:picMk id="1026" creationId="{442F659A-4810-00EC-2531-4F15B189DA93}"/>
          </ac:picMkLst>
        </pc:picChg>
      </pc:sldChg>
      <pc:sldChg chg="addSp delSp modSp new mod modAnim">
        <pc:chgData name="Vetere Marika" userId="53fa8d5e-d730-4591-bf05-7ab58a1a0dc5" providerId="ADAL" clId="{66CE6BF6-8BF9-40CC-A38F-526BEA4ABA73}" dt="2022-10-08T16:26:28.128" v="270"/>
        <pc:sldMkLst>
          <pc:docMk/>
          <pc:sldMk cId="4227065933" sldId="2145707418"/>
        </pc:sldMkLst>
        <pc:spChg chg="del">
          <ac:chgData name="Vetere Marika" userId="53fa8d5e-d730-4591-bf05-7ab58a1a0dc5" providerId="ADAL" clId="{66CE6BF6-8BF9-40CC-A38F-526BEA4ABA73}" dt="2022-10-08T16:24:23.924" v="248" actId="478"/>
          <ac:spMkLst>
            <pc:docMk/>
            <pc:sldMk cId="4227065933" sldId="2145707418"/>
            <ac:spMk id="2" creationId="{1BACC8CD-79CC-4C8D-C0E8-7D78590AE3B6}"/>
          </ac:spMkLst>
        </pc:spChg>
        <pc:spChg chg="del">
          <ac:chgData name="Vetere Marika" userId="53fa8d5e-d730-4591-bf05-7ab58a1a0dc5" providerId="ADAL" clId="{66CE6BF6-8BF9-40CC-A38F-526BEA4ABA73}" dt="2022-10-08T16:24:27.752" v="250" actId="478"/>
          <ac:spMkLst>
            <pc:docMk/>
            <pc:sldMk cId="4227065933" sldId="2145707418"/>
            <ac:spMk id="3" creationId="{436D6886-FE6B-9224-0894-CCD2A73C5D61}"/>
          </ac:spMkLst>
        </pc:spChg>
        <pc:spChg chg="del">
          <ac:chgData name="Vetere Marika" userId="53fa8d5e-d730-4591-bf05-7ab58a1a0dc5" providerId="ADAL" clId="{66CE6BF6-8BF9-40CC-A38F-526BEA4ABA73}" dt="2022-10-08T16:24:26.183" v="249" actId="478"/>
          <ac:spMkLst>
            <pc:docMk/>
            <pc:sldMk cId="4227065933" sldId="2145707418"/>
            <ac:spMk id="4" creationId="{6FA65C14-D7B6-76BB-046A-93084DCCCB85}"/>
          </ac:spMkLst>
        </pc:spChg>
        <pc:spChg chg="add mod">
          <ac:chgData name="Vetere Marika" userId="53fa8d5e-d730-4591-bf05-7ab58a1a0dc5" providerId="ADAL" clId="{66CE6BF6-8BF9-40CC-A38F-526BEA4ABA73}" dt="2022-10-08T16:24:29.086" v="251"/>
          <ac:spMkLst>
            <pc:docMk/>
            <pc:sldMk cId="4227065933" sldId="2145707418"/>
            <ac:spMk id="5" creationId="{8C3FE18C-75DA-FBFF-94E7-19710DD8585E}"/>
          </ac:spMkLst>
        </pc:spChg>
        <pc:spChg chg="add mod">
          <ac:chgData name="Vetere Marika" userId="53fa8d5e-d730-4591-bf05-7ab58a1a0dc5" providerId="ADAL" clId="{66CE6BF6-8BF9-40CC-A38F-526BEA4ABA73}" dt="2022-10-08T16:26:06.441" v="265" actId="164"/>
          <ac:spMkLst>
            <pc:docMk/>
            <pc:sldMk cId="4227065933" sldId="2145707418"/>
            <ac:spMk id="7" creationId="{EC328AB9-C044-BDE6-6D28-3A6FED823D83}"/>
          </ac:spMkLst>
        </pc:spChg>
        <pc:spChg chg="mod">
          <ac:chgData name="Vetere Marika" userId="53fa8d5e-d730-4591-bf05-7ab58a1a0dc5" providerId="ADAL" clId="{66CE6BF6-8BF9-40CC-A38F-526BEA4ABA73}" dt="2022-10-08T16:25:04.326" v="257"/>
          <ac:spMkLst>
            <pc:docMk/>
            <pc:sldMk cId="4227065933" sldId="2145707418"/>
            <ac:spMk id="9" creationId="{29AAF822-6F41-3281-B456-21E5C8691EDF}"/>
          </ac:spMkLst>
        </pc:spChg>
        <pc:spChg chg="mod">
          <ac:chgData name="Vetere Marika" userId="53fa8d5e-d730-4591-bf05-7ab58a1a0dc5" providerId="ADAL" clId="{66CE6BF6-8BF9-40CC-A38F-526BEA4ABA73}" dt="2022-10-08T16:25:04.326" v="257"/>
          <ac:spMkLst>
            <pc:docMk/>
            <pc:sldMk cId="4227065933" sldId="2145707418"/>
            <ac:spMk id="10" creationId="{89496819-92C3-D929-6B0A-91A5E14F900F}"/>
          </ac:spMkLst>
        </pc:spChg>
        <pc:spChg chg="mod">
          <ac:chgData name="Vetere Marika" userId="53fa8d5e-d730-4591-bf05-7ab58a1a0dc5" providerId="ADAL" clId="{66CE6BF6-8BF9-40CC-A38F-526BEA4ABA73}" dt="2022-10-08T16:25:04.326" v="257"/>
          <ac:spMkLst>
            <pc:docMk/>
            <pc:sldMk cId="4227065933" sldId="2145707418"/>
            <ac:spMk id="11" creationId="{177C1243-DB8C-55E5-EFBB-E56D4EC039B3}"/>
          </ac:spMkLst>
        </pc:spChg>
        <pc:spChg chg="mod">
          <ac:chgData name="Vetere Marika" userId="53fa8d5e-d730-4591-bf05-7ab58a1a0dc5" providerId="ADAL" clId="{66CE6BF6-8BF9-40CC-A38F-526BEA4ABA73}" dt="2022-10-08T16:25:13.495" v="259"/>
          <ac:spMkLst>
            <pc:docMk/>
            <pc:sldMk cId="4227065933" sldId="2145707418"/>
            <ac:spMk id="13" creationId="{145EA031-B72F-086B-ED5E-DE0F8DF7AC3D}"/>
          </ac:spMkLst>
        </pc:spChg>
        <pc:spChg chg="mod">
          <ac:chgData name="Vetere Marika" userId="53fa8d5e-d730-4591-bf05-7ab58a1a0dc5" providerId="ADAL" clId="{66CE6BF6-8BF9-40CC-A38F-526BEA4ABA73}" dt="2022-10-08T16:25:13.495" v="259"/>
          <ac:spMkLst>
            <pc:docMk/>
            <pc:sldMk cId="4227065933" sldId="2145707418"/>
            <ac:spMk id="14" creationId="{8776F79B-4D7A-8BC0-892C-CDBB8A8612F2}"/>
          </ac:spMkLst>
        </pc:spChg>
        <pc:spChg chg="mod">
          <ac:chgData name="Vetere Marika" userId="53fa8d5e-d730-4591-bf05-7ab58a1a0dc5" providerId="ADAL" clId="{66CE6BF6-8BF9-40CC-A38F-526BEA4ABA73}" dt="2022-10-08T16:25:13.495" v="259"/>
          <ac:spMkLst>
            <pc:docMk/>
            <pc:sldMk cId="4227065933" sldId="2145707418"/>
            <ac:spMk id="15" creationId="{0D95CAF4-3E59-D552-FF9C-5918F8CFFD0C}"/>
          </ac:spMkLst>
        </pc:spChg>
        <pc:spChg chg="mod">
          <ac:chgData name="Vetere Marika" userId="53fa8d5e-d730-4591-bf05-7ab58a1a0dc5" providerId="ADAL" clId="{66CE6BF6-8BF9-40CC-A38F-526BEA4ABA73}" dt="2022-10-08T16:25:13.495" v="259"/>
          <ac:spMkLst>
            <pc:docMk/>
            <pc:sldMk cId="4227065933" sldId="2145707418"/>
            <ac:spMk id="16" creationId="{ED6E032A-3EA8-C8FE-BE7F-EDF606D0FB6B}"/>
          </ac:spMkLst>
        </pc:spChg>
        <pc:spChg chg="mod">
          <ac:chgData name="Vetere Marika" userId="53fa8d5e-d730-4591-bf05-7ab58a1a0dc5" providerId="ADAL" clId="{66CE6BF6-8BF9-40CC-A38F-526BEA4ABA73}" dt="2022-10-08T16:25:13.495" v="259"/>
          <ac:spMkLst>
            <pc:docMk/>
            <pc:sldMk cId="4227065933" sldId="2145707418"/>
            <ac:spMk id="17" creationId="{2C0D5132-3B38-2D36-2343-2EE4A6A957ED}"/>
          </ac:spMkLst>
        </pc:spChg>
        <pc:spChg chg="mod">
          <ac:chgData name="Vetere Marika" userId="53fa8d5e-d730-4591-bf05-7ab58a1a0dc5" providerId="ADAL" clId="{66CE6BF6-8BF9-40CC-A38F-526BEA4ABA73}" dt="2022-10-08T16:25:13.495" v="259"/>
          <ac:spMkLst>
            <pc:docMk/>
            <pc:sldMk cId="4227065933" sldId="2145707418"/>
            <ac:spMk id="18" creationId="{0849D2EA-6C6B-7D6D-C8DA-EBA17553704E}"/>
          </ac:spMkLst>
        </pc:spChg>
        <pc:spChg chg="add mod">
          <ac:chgData name="Vetere Marika" userId="53fa8d5e-d730-4591-bf05-7ab58a1a0dc5" providerId="ADAL" clId="{66CE6BF6-8BF9-40CC-A38F-526BEA4ABA73}" dt="2022-10-08T16:26:11.552" v="266" actId="164"/>
          <ac:spMkLst>
            <pc:docMk/>
            <pc:sldMk cId="4227065933" sldId="2145707418"/>
            <ac:spMk id="19" creationId="{1B3C615E-8E79-E59B-32DA-A113018BC979}"/>
          </ac:spMkLst>
        </pc:spChg>
        <pc:spChg chg="mod">
          <ac:chgData name="Vetere Marika" userId="53fa8d5e-d730-4591-bf05-7ab58a1a0dc5" providerId="ADAL" clId="{66CE6BF6-8BF9-40CC-A38F-526BEA4ABA73}" dt="2022-10-08T16:25:31.506" v="262"/>
          <ac:spMkLst>
            <pc:docMk/>
            <pc:sldMk cId="4227065933" sldId="2145707418"/>
            <ac:spMk id="21" creationId="{449BA8FE-DFB9-071B-8224-A2E614EFAE7C}"/>
          </ac:spMkLst>
        </pc:spChg>
        <pc:spChg chg="mod">
          <ac:chgData name="Vetere Marika" userId="53fa8d5e-d730-4591-bf05-7ab58a1a0dc5" providerId="ADAL" clId="{66CE6BF6-8BF9-40CC-A38F-526BEA4ABA73}" dt="2022-10-08T16:25:31.506" v="262"/>
          <ac:spMkLst>
            <pc:docMk/>
            <pc:sldMk cId="4227065933" sldId="2145707418"/>
            <ac:spMk id="22" creationId="{EC39CD52-5A14-2BB5-DDB3-58699D074909}"/>
          </ac:spMkLst>
        </pc:spChg>
        <pc:spChg chg="mod">
          <ac:chgData name="Vetere Marika" userId="53fa8d5e-d730-4591-bf05-7ab58a1a0dc5" providerId="ADAL" clId="{66CE6BF6-8BF9-40CC-A38F-526BEA4ABA73}" dt="2022-10-08T16:25:31.506" v="262"/>
          <ac:spMkLst>
            <pc:docMk/>
            <pc:sldMk cId="4227065933" sldId="2145707418"/>
            <ac:spMk id="23" creationId="{85EC074B-62DE-64E4-7909-E73323FBF788}"/>
          </ac:spMkLst>
        </pc:spChg>
        <pc:spChg chg="add mod">
          <ac:chgData name="Vetere Marika" userId="53fa8d5e-d730-4591-bf05-7ab58a1a0dc5" providerId="ADAL" clId="{66CE6BF6-8BF9-40CC-A38F-526BEA4ABA73}" dt="2022-10-08T16:26:16.502" v="267" actId="164"/>
          <ac:spMkLst>
            <pc:docMk/>
            <pc:sldMk cId="4227065933" sldId="2145707418"/>
            <ac:spMk id="24" creationId="{EB990B16-D10B-A99C-F2AE-E14544689E5D}"/>
          </ac:spMkLst>
        </pc:spChg>
        <pc:grpChg chg="add mod">
          <ac:chgData name="Vetere Marika" userId="53fa8d5e-d730-4591-bf05-7ab58a1a0dc5" providerId="ADAL" clId="{66CE6BF6-8BF9-40CC-A38F-526BEA4ABA73}" dt="2022-10-08T16:26:06.441" v="265" actId="164"/>
          <ac:grpSpMkLst>
            <pc:docMk/>
            <pc:sldMk cId="4227065933" sldId="2145707418"/>
            <ac:grpSpMk id="8" creationId="{9FF7386C-BF2F-CBD6-EC92-2FAD96042F93}"/>
          </ac:grpSpMkLst>
        </pc:grpChg>
        <pc:grpChg chg="add mod">
          <ac:chgData name="Vetere Marika" userId="53fa8d5e-d730-4591-bf05-7ab58a1a0dc5" providerId="ADAL" clId="{66CE6BF6-8BF9-40CC-A38F-526BEA4ABA73}" dt="2022-10-08T16:26:11.552" v="266" actId="164"/>
          <ac:grpSpMkLst>
            <pc:docMk/>
            <pc:sldMk cId="4227065933" sldId="2145707418"/>
            <ac:grpSpMk id="12" creationId="{BC7656F4-9730-330D-2707-2724A5B1B24A}"/>
          </ac:grpSpMkLst>
        </pc:grpChg>
        <pc:grpChg chg="add mod">
          <ac:chgData name="Vetere Marika" userId="53fa8d5e-d730-4591-bf05-7ab58a1a0dc5" providerId="ADAL" clId="{66CE6BF6-8BF9-40CC-A38F-526BEA4ABA73}" dt="2022-10-08T16:26:16.502" v="267" actId="164"/>
          <ac:grpSpMkLst>
            <pc:docMk/>
            <pc:sldMk cId="4227065933" sldId="2145707418"/>
            <ac:grpSpMk id="20" creationId="{366B3100-F4B9-D613-C232-AF9EF92EA727}"/>
          </ac:grpSpMkLst>
        </pc:grpChg>
        <pc:grpChg chg="add mod">
          <ac:chgData name="Vetere Marika" userId="53fa8d5e-d730-4591-bf05-7ab58a1a0dc5" providerId="ADAL" clId="{66CE6BF6-8BF9-40CC-A38F-526BEA4ABA73}" dt="2022-10-08T16:26:06.441" v="265" actId="164"/>
          <ac:grpSpMkLst>
            <pc:docMk/>
            <pc:sldMk cId="4227065933" sldId="2145707418"/>
            <ac:grpSpMk id="25" creationId="{67561752-53B7-2032-EDE9-3EF0546C9D89}"/>
          </ac:grpSpMkLst>
        </pc:grpChg>
        <pc:grpChg chg="add mod">
          <ac:chgData name="Vetere Marika" userId="53fa8d5e-d730-4591-bf05-7ab58a1a0dc5" providerId="ADAL" clId="{66CE6BF6-8BF9-40CC-A38F-526BEA4ABA73}" dt="2022-10-08T16:26:11.552" v="266" actId="164"/>
          <ac:grpSpMkLst>
            <pc:docMk/>
            <pc:sldMk cId="4227065933" sldId="2145707418"/>
            <ac:grpSpMk id="26" creationId="{14B458AB-8EBE-FF4C-2800-AD4412F71C42}"/>
          </ac:grpSpMkLst>
        </pc:grpChg>
        <pc:grpChg chg="add mod">
          <ac:chgData name="Vetere Marika" userId="53fa8d5e-d730-4591-bf05-7ab58a1a0dc5" providerId="ADAL" clId="{66CE6BF6-8BF9-40CC-A38F-526BEA4ABA73}" dt="2022-10-08T16:26:16.502" v="267" actId="164"/>
          <ac:grpSpMkLst>
            <pc:docMk/>
            <pc:sldMk cId="4227065933" sldId="2145707418"/>
            <ac:grpSpMk id="27" creationId="{7C599E09-CBC4-69DB-B22C-9D77CFA6B6AE}"/>
          </ac:grpSpMkLst>
        </pc:grpChg>
        <pc:picChg chg="add mod">
          <ac:chgData name="Vetere Marika" userId="53fa8d5e-d730-4591-bf05-7ab58a1a0dc5" providerId="ADAL" clId="{66CE6BF6-8BF9-40CC-A38F-526BEA4ABA73}" dt="2022-10-08T16:24:33.918" v="252"/>
          <ac:picMkLst>
            <pc:docMk/>
            <pc:sldMk cId="4227065933" sldId="2145707418"/>
            <ac:picMk id="6" creationId="{92343320-1198-B9A5-C76D-8834CC6EF2F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E4E597_9A32A8A0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34000">
                  <a:srgbClr val="7030A0">
                    <a:alpha val="60000"/>
                  </a:srgbClr>
                </a:gs>
                <a:gs pos="80000">
                  <a:srgbClr val="B28DE3">
                    <a:alpha val="69804"/>
                  </a:srgbClr>
                </a:gs>
              </a:gsLst>
              <a:lin ang="2700000" scaled="1"/>
            </a:gra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10</c:v>
                </c:pt>
                <c:pt idx="3">
                  <c:v>15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0-4FDE-B17B-651F01C801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43000">
                  <a:srgbClr val="007AC5">
                    <a:alpha val="60000"/>
                  </a:srgbClr>
                </a:gs>
                <a:gs pos="94000">
                  <a:srgbClr val="82CFFF">
                    <a:alpha val="60000"/>
                  </a:srgbClr>
                </a:gs>
              </a:gsLst>
              <a:lin ang="2700000" scaled="1"/>
            </a:gra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5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80-4FDE-B17B-651F01C801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1A80-4FDE-B17B-651F01C80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9793583"/>
        <c:axId val="369794415"/>
      </c:areaChart>
      <c:catAx>
        <c:axId val="3697935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9794415"/>
        <c:crosses val="autoZero"/>
        <c:auto val="1"/>
        <c:lblAlgn val="ctr"/>
        <c:lblOffset val="100"/>
        <c:noMultiLvlLbl val="0"/>
      </c:catAx>
      <c:valAx>
        <c:axId val="36979441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BBD4FF">
                  <a:alpha val="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697935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A8DD5-8484-46DF-8352-DDA938235A4A}" type="datetimeFigureOut">
              <a:rPr lang="it-IT" smtClean="0"/>
              <a:t>08/10/2022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A617F-BAF9-4235-975D-0445F2226BC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24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A617F-BAF9-4235-975D-0445F2226BC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19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 Placeholder"/>
          <p:cNvSpPr>
            <a:spLocks noGrp="1"/>
          </p:cNvSpPr>
          <p:nvPr>
            <p:ph type="body" sz="quarter" idx="11" hasCustomPrompt="1"/>
          </p:nvPr>
        </p:nvSpPr>
        <p:spPr>
          <a:xfrm>
            <a:off x="391800" y="228562"/>
            <a:ext cx="8162494" cy="27753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section or document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BD859-7702-42D8-87FD-0C70C09CC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9" name="Guidance">
            <a:extLst>
              <a:ext uri="{FF2B5EF4-FFF2-40B4-BE49-F238E27FC236}">
                <a16:creationId xmlns:a16="http://schemas.microsoft.com/office/drawing/2014/main" id="{A3E64B4F-41B5-4DBD-852D-3A5517B12B12}"/>
              </a:ext>
            </a:extLst>
          </p:cNvPr>
          <p:cNvGrpSpPr/>
          <p:nvPr userDrawn="1"/>
        </p:nvGrpSpPr>
        <p:grpSpPr>
          <a:xfrm>
            <a:off x="-1867641" y="268169"/>
            <a:ext cx="1732462" cy="307135"/>
            <a:chOff x="-1638077" y="426122"/>
            <a:chExt cx="1519514" cy="338630"/>
          </a:xfrm>
        </p:grpSpPr>
        <p:cxnSp>
          <p:nvCxnSpPr>
            <p:cNvPr id="10" name="Guidance Arrow 1">
              <a:extLst>
                <a:ext uri="{FF2B5EF4-FFF2-40B4-BE49-F238E27FC236}">
                  <a16:creationId xmlns:a16="http://schemas.microsoft.com/office/drawing/2014/main" id="{AE753255-EA45-4734-AAB6-B86321799FA6}"/>
                </a:ext>
              </a:extLst>
            </p:cNvPr>
            <p:cNvCxnSpPr/>
            <p:nvPr userDrawn="1"/>
          </p:nvCxnSpPr>
          <p:spPr>
            <a:xfrm flipV="1">
              <a:off x="-406563" y="595372"/>
              <a:ext cx="288000" cy="2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Guidance Text 1">
              <a:extLst>
                <a:ext uri="{FF2B5EF4-FFF2-40B4-BE49-F238E27FC236}">
                  <a16:creationId xmlns:a16="http://schemas.microsoft.com/office/drawing/2014/main" id="{B6E53A7B-BC5E-4920-814E-2A9382E1E887}"/>
                </a:ext>
              </a:extLst>
            </p:cNvPr>
            <p:cNvSpPr txBox="1"/>
            <p:nvPr userDrawn="1"/>
          </p:nvSpPr>
          <p:spPr>
            <a:xfrm>
              <a:off x="-1638077" y="426122"/>
              <a:ext cx="1231513" cy="338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tIns="0" rIns="36000" bIns="0" rtlCol="0">
              <a:spAutoFit/>
            </a:bodyPr>
            <a:lstStyle/>
            <a:p>
              <a:pPr algn="r">
                <a:spcBef>
                  <a:spcPts val="684"/>
                </a:spcBef>
              </a:pPr>
              <a:r>
                <a:rPr lang="en-US" sz="998" b="0" i="1">
                  <a:solidFill>
                    <a:schemeClr val="tx2"/>
                  </a:solidFill>
                  <a:latin typeface="+mj-lt"/>
                </a:rPr>
                <a:t>Leave blank</a:t>
              </a:r>
              <a:br>
                <a:rPr lang="en-US" sz="998" b="0" i="1">
                  <a:solidFill>
                    <a:schemeClr val="tx2"/>
                  </a:solidFill>
                  <a:latin typeface="+mj-lt"/>
                </a:rPr>
              </a:br>
              <a:r>
                <a:rPr lang="en-US" sz="998" b="0" i="1">
                  <a:solidFill>
                    <a:schemeClr val="tx2"/>
                  </a:solidFill>
                  <a:latin typeface="+mj-lt"/>
                </a:rPr>
                <a:t>if not required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95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60BF1A-ED9D-4800-AD4C-83D5E44C363B}"/>
              </a:ext>
            </a:extLst>
          </p:cNvPr>
          <p:cNvSpPr/>
          <p:nvPr userDrawn="1"/>
        </p:nvSpPr>
        <p:spPr>
          <a:xfrm>
            <a:off x="0" y="6367978"/>
            <a:ext cx="12192000" cy="4900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32">
              <a:solidFill>
                <a:schemeClr val="bg2"/>
              </a:solidFill>
            </a:endParaRPr>
          </a:p>
        </p:txBody>
      </p:sp>
      <p:sp>
        <p:nvSpPr>
          <p:cNvPr id="3" name="text" descr="{&quot;templafy&quot;:{&quot;id&quot;:&quot;41b78f63-daa9-4ad5-b2cf-96050eddc9ca&quot;}}" title="Form.Confidentiality.Insert">
            <a:extLst>
              <a:ext uri="{FF2B5EF4-FFF2-40B4-BE49-F238E27FC236}">
                <a16:creationId xmlns:a16="http://schemas.microsoft.com/office/drawing/2014/main" id="{C368C36E-9F22-38CD-CFB3-9275DCA2615A}"/>
              </a:ext>
            </a:extLst>
          </p:cNvPr>
          <p:cNvSpPr txBox="1"/>
          <p:nvPr userDrawn="1"/>
        </p:nvSpPr>
        <p:spPr>
          <a:xfrm>
            <a:off x="2895947" y="6618114"/>
            <a:ext cx="6400106" cy="8795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8pPr marL="0" lvl="7" algn="r" defTabSz="1007943">
              <a:lnSpc>
                <a:spcPct val="90000"/>
              </a:lnSpc>
              <a:spcBef>
                <a:spcPts val="551"/>
              </a:spcBef>
              <a:defRPr sz="700" baseline="0"/>
            </a:lvl8pPr>
          </a:lstStyle>
          <a:p>
            <a:pPr lvl="7" algn="ctr">
              <a:buFontTx/>
              <a:buNone/>
            </a:pPr>
            <a:r>
              <a:rPr lang="it-IT" sz="726" i="0">
                <a:solidFill>
                  <a:schemeClr val="tx2"/>
                </a:solidFill>
                <a:latin typeface="+mj-lt"/>
              </a:rPr>
              <a:t>Highly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Confidential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–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any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distribution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to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third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parties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is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prohibited</a:t>
            </a:r>
            <a:endParaRPr lang="it-IT" sz="726" i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633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P Agenda Section" hidden="1">
            <a:extLst>
              <a:ext uri="{FF2B5EF4-FFF2-40B4-BE49-F238E27FC236}">
                <a16:creationId xmlns:a16="http://schemas.microsoft.com/office/drawing/2014/main" id="{5393C384-4F6D-4836-ACD3-DBDD432F2EB5}"/>
              </a:ext>
            </a:extLst>
          </p:cNvPr>
          <p:cNvGrpSpPr/>
          <p:nvPr userDrawn="1"/>
        </p:nvGrpSpPr>
        <p:grpSpPr>
          <a:xfrm>
            <a:off x="391799" y="1208438"/>
            <a:ext cx="11407902" cy="358392"/>
            <a:chOff x="431999" y="1369263"/>
            <a:chExt cx="12578400" cy="395144"/>
          </a:xfrm>
        </p:grpSpPr>
        <p:sp>
          <p:nvSpPr>
            <p:cNvPr id="20" name="Section Title" hidden="1"/>
            <p:cNvSpPr txBox="1">
              <a:spLocks/>
            </p:cNvSpPr>
            <p:nvPr userDrawn="1"/>
          </p:nvSpPr>
          <p:spPr>
            <a:xfrm>
              <a:off x="868694" y="1369263"/>
              <a:ext cx="7200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rmAutofit/>
            </a:bodyPr>
            <a:lstStyle/>
            <a:p>
              <a:pPr defTabSz="9332934">
                <a:tabLst>
                  <a:tab pos="9510704" algn="l"/>
                </a:tabLst>
              </a:pPr>
              <a:r>
                <a:rPr lang="en-US" sz="1451">
                  <a:solidFill>
                    <a:schemeClr val="tx2"/>
                  </a:solidFill>
                </a:rPr>
                <a:t>&lt;TEXT&gt;</a:t>
              </a:r>
            </a:p>
          </p:txBody>
        </p:sp>
        <p:sp>
          <p:nvSpPr>
            <p:cNvPr id="21" name="Section Number" hidden="1"/>
            <p:cNvSpPr txBox="1">
              <a:spLocks/>
            </p:cNvSpPr>
            <p:nvPr userDrawn="1"/>
          </p:nvSpPr>
          <p:spPr>
            <a:xfrm>
              <a:off x="431999" y="1369263"/>
              <a:ext cx="4185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/>
            <a:p>
              <a:pPr algn="l"/>
              <a:r>
                <a:rPr lang="en-US" sz="1451" b="1">
                  <a:latin typeface="+mj-lt"/>
                </a:rPr>
                <a:t>&lt;N&gt;</a:t>
              </a:r>
            </a:p>
          </p:txBody>
        </p:sp>
        <p:sp>
          <p:nvSpPr>
            <p:cNvPr id="22" name="Slide Number" hidden="1"/>
            <p:cNvSpPr txBox="1">
              <a:spLocks/>
            </p:cNvSpPr>
            <p:nvPr userDrawn="1"/>
          </p:nvSpPr>
          <p:spPr>
            <a:xfrm>
              <a:off x="12506399" y="1369263"/>
              <a:ext cx="504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/>
            <a:p>
              <a:pPr algn="r"/>
              <a:r>
                <a:rPr lang="en-US" sz="1451">
                  <a:solidFill>
                    <a:schemeClr val="tx2"/>
                  </a:solidFill>
                </a:rPr>
                <a:t>&lt;P&gt;</a:t>
              </a:r>
            </a:p>
          </p:txBody>
        </p:sp>
        <p:sp>
          <p:nvSpPr>
            <p:cNvPr id="24" name="Timeslot" hidden="1"/>
            <p:cNvSpPr txBox="1">
              <a:spLocks/>
            </p:cNvSpPr>
            <p:nvPr userDrawn="1"/>
          </p:nvSpPr>
          <p:spPr>
            <a:xfrm>
              <a:off x="10466027" y="1369263"/>
              <a:ext cx="1224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/>
            <a:p>
              <a:pPr algn="r"/>
              <a:r>
                <a:rPr lang="en-US" sz="1451">
                  <a:solidFill>
                    <a:schemeClr val="tx2"/>
                  </a:solidFill>
                </a:rPr>
                <a:t>&lt;TIMESLOT&gt;</a:t>
              </a:r>
            </a:p>
          </p:txBody>
        </p:sp>
        <p:sp>
          <p:nvSpPr>
            <p:cNvPr id="28" name="Responsible" hidden="1"/>
            <p:cNvSpPr txBox="1">
              <a:spLocks/>
            </p:cNvSpPr>
            <p:nvPr userDrawn="1"/>
          </p:nvSpPr>
          <p:spPr>
            <a:xfrm>
              <a:off x="8449667" y="1369263"/>
              <a:ext cx="1872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/>
            <a:p>
              <a:pPr algn="r"/>
              <a:r>
                <a:rPr lang="en-US" sz="1451">
                  <a:solidFill>
                    <a:schemeClr val="tx2"/>
                  </a:solidFill>
                </a:rPr>
                <a:t>&lt;RESPONSIBLE&gt;</a:t>
              </a:r>
            </a:p>
          </p:txBody>
        </p:sp>
        <p:sp>
          <p:nvSpPr>
            <p:cNvPr id="29" name="Duration" hidden="1"/>
            <p:cNvSpPr txBox="1">
              <a:spLocks/>
            </p:cNvSpPr>
            <p:nvPr userDrawn="1"/>
          </p:nvSpPr>
          <p:spPr>
            <a:xfrm>
              <a:off x="11834131" y="1369263"/>
              <a:ext cx="792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/>
            <a:p>
              <a:pPr algn="r"/>
              <a:r>
                <a:rPr lang="en-US" sz="1451">
                  <a:solidFill>
                    <a:schemeClr val="tx2"/>
                  </a:solidFill>
                </a:rPr>
                <a:t>&lt;DURATION&gt;</a:t>
              </a:r>
            </a:p>
          </p:txBody>
        </p:sp>
        <p:cxnSp>
          <p:nvCxnSpPr>
            <p:cNvPr id="17" name="Line" hidden="1">
              <a:extLst>
                <a:ext uri="{FF2B5EF4-FFF2-40B4-BE49-F238E27FC236}">
                  <a16:creationId xmlns:a16="http://schemas.microsoft.com/office/drawing/2014/main" id="{59DC27F8-85CC-4C37-8162-6FBF41E681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75" y="1764407"/>
              <a:ext cx="12564000" cy="0"/>
            </a:xfrm>
            <a:prstGeom prst="line">
              <a:avLst/>
            </a:prstGeom>
            <a:ln w="6350">
              <a:solidFill>
                <a:schemeClr val="accent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SP Agenda Subsection" hidden="1">
            <a:extLst>
              <a:ext uri="{FF2B5EF4-FFF2-40B4-BE49-F238E27FC236}">
                <a16:creationId xmlns:a16="http://schemas.microsoft.com/office/drawing/2014/main" id="{C67028DD-2361-4D01-A8E3-237BBCD19590}"/>
              </a:ext>
            </a:extLst>
          </p:cNvPr>
          <p:cNvGrpSpPr/>
          <p:nvPr userDrawn="1"/>
        </p:nvGrpSpPr>
        <p:grpSpPr>
          <a:xfrm>
            <a:off x="787857" y="1632177"/>
            <a:ext cx="11011844" cy="326517"/>
            <a:chOff x="868694" y="1836455"/>
            <a:chExt cx="12141705" cy="360000"/>
          </a:xfrm>
        </p:grpSpPr>
        <p:sp>
          <p:nvSpPr>
            <p:cNvPr id="39" name="Section Title" hidden="1"/>
            <p:cNvSpPr txBox="1">
              <a:spLocks/>
            </p:cNvSpPr>
            <p:nvPr userDrawn="1"/>
          </p:nvSpPr>
          <p:spPr>
            <a:xfrm>
              <a:off x="1276565" y="1836455"/>
              <a:ext cx="6606218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rmAutofit/>
            </a:bodyPr>
            <a:lstStyle>
              <a:defPPr>
                <a:defRPr lang="en-US"/>
              </a:defPPr>
              <a:lvl1pPr defTabSz="10291029">
                <a:tabLst>
                  <a:tab pos="10487048" algn="l"/>
                </a:tabLst>
                <a:defRPr>
                  <a:solidFill>
                    <a:schemeClr val="tx1"/>
                  </a:solidFill>
                </a:defRPr>
              </a:lvl1pPr>
            </a:lstStyle>
            <a:p>
              <a:pPr lvl="0"/>
              <a:r>
                <a:rPr lang="en-US" sz="1632">
                  <a:solidFill>
                    <a:schemeClr val="tx2"/>
                  </a:solidFill>
                </a:rPr>
                <a:t>&lt;TEXT&gt;</a:t>
              </a:r>
            </a:p>
          </p:txBody>
        </p:sp>
        <p:sp>
          <p:nvSpPr>
            <p:cNvPr id="40" name="Section Number"/>
            <p:cNvSpPr txBox="1">
              <a:spLocks/>
            </p:cNvSpPr>
            <p:nvPr userDrawn="1"/>
          </p:nvSpPr>
          <p:spPr>
            <a:xfrm>
              <a:off x="868694" y="1836455"/>
              <a:ext cx="418500" cy="36000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l"/>
              <a:r>
                <a:rPr lang="en-US" sz="1451">
                  <a:solidFill>
                    <a:schemeClr val="tx2"/>
                  </a:solidFill>
                </a:rPr>
                <a:t>&lt;N&gt;</a:t>
              </a:r>
            </a:p>
          </p:txBody>
        </p:sp>
        <p:sp>
          <p:nvSpPr>
            <p:cNvPr id="41" name="Slide Number" hidden="1"/>
            <p:cNvSpPr txBox="1">
              <a:spLocks/>
            </p:cNvSpPr>
            <p:nvPr userDrawn="1"/>
          </p:nvSpPr>
          <p:spPr>
            <a:xfrm>
              <a:off x="12506399" y="1836455"/>
              <a:ext cx="504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>
              <a:defPPr>
                <a:defRPr lang="en-US"/>
              </a:defPPr>
              <a:lvl1pPr algn="r"/>
            </a:lstStyle>
            <a:p>
              <a:pPr lvl="0"/>
              <a:r>
                <a:rPr lang="en-US" sz="1632">
                  <a:solidFill>
                    <a:schemeClr val="tx2"/>
                  </a:solidFill>
                </a:rPr>
                <a:t>&lt;P&gt;</a:t>
              </a:r>
            </a:p>
          </p:txBody>
        </p:sp>
        <p:sp>
          <p:nvSpPr>
            <p:cNvPr id="42" name="Timeslot" hidden="1"/>
            <p:cNvSpPr txBox="1">
              <a:spLocks/>
            </p:cNvSpPr>
            <p:nvPr userDrawn="1"/>
          </p:nvSpPr>
          <p:spPr>
            <a:xfrm>
              <a:off x="10466027" y="1836455"/>
              <a:ext cx="1224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>
              <a:defPPr>
                <a:defRPr lang="en-US"/>
              </a:defPPr>
              <a:lvl1pPr algn="r">
                <a:defRPr>
                  <a:solidFill>
                    <a:schemeClr val="tx1"/>
                  </a:solidFill>
                </a:defRPr>
              </a:lvl1pPr>
            </a:lstStyle>
            <a:p>
              <a:pPr lvl="0"/>
              <a:r>
                <a:rPr lang="en-US" sz="1632">
                  <a:solidFill>
                    <a:schemeClr val="tx2"/>
                  </a:solidFill>
                </a:rPr>
                <a:t>&lt;TIMESLOT&gt;</a:t>
              </a:r>
            </a:p>
          </p:txBody>
        </p:sp>
        <p:sp>
          <p:nvSpPr>
            <p:cNvPr id="43" name="Responsible" hidden="1"/>
            <p:cNvSpPr txBox="1">
              <a:spLocks/>
            </p:cNvSpPr>
            <p:nvPr userDrawn="1"/>
          </p:nvSpPr>
          <p:spPr>
            <a:xfrm>
              <a:off x="8449667" y="1836455"/>
              <a:ext cx="1872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>
              <a:defPPr>
                <a:defRPr lang="en-US"/>
              </a:defPPr>
              <a:lvl1pPr algn="r">
                <a:defRPr>
                  <a:solidFill>
                    <a:schemeClr val="tx1"/>
                  </a:solidFill>
                </a:defRPr>
              </a:lvl1pPr>
            </a:lstStyle>
            <a:p>
              <a:pPr lvl="0"/>
              <a:r>
                <a:rPr lang="en-US" sz="1632">
                  <a:solidFill>
                    <a:schemeClr val="tx2"/>
                  </a:solidFill>
                </a:rPr>
                <a:t>&lt;RESPONSIBLE&gt;</a:t>
              </a:r>
            </a:p>
          </p:txBody>
        </p:sp>
        <p:sp>
          <p:nvSpPr>
            <p:cNvPr id="44" name="Duration" hidden="1"/>
            <p:cNvSpPr txBox="1">
              <a:spLocks/>
            </p:cNvSpPr>
            <p:nvPr userDrawn="1"/>
          </p:nvSpPr>
          <p:spPr>
            <a:xfrm>
              <a:off x="11834131" y="1836455"/>
              <a:ext cx="792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b">
              <a:noAutofit/>
            </a:bodyPr>
            <a:lstStyle>
              <a:defPPr>
                <a:defRPr lang="en-US"/>
              </a:defPPr>
              <a:lvl1pPr algn="r">
                <a:defRPr>
                  <a:solidFill>
                    <a:schemeClr val="tx1"/>
                  </a:solidFill>
                </a:defRPr>
              </a:lvl1pPr>
            </a:lstStyle>
            <a:p>
              <a:pPr lvl="0"/>
              <a:r>
                <a:rPr lang="en-US" sz="1632">
                  <a:solidFill>
                    <a:schemeClr val="tx2"/>
                  </a:solidFill>
                </a:rPr>
                <a:t>&lt;DURATION&gt;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D526FF-669E-49F0-98C4-DD3BF2BBC76A}"/>
              </a:ext>
            </a:extLst>
          </p:cNvPr>
          <p:cNvSpPr>
            <a:spLocks noGrp="1"/>
          </p:cNvSpPr>
          <p:nvPr userDrawn="1">
            <p:ph type="title" idx="10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84436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E153AA-E312-4723-A79B-1DAA1E735B75}"/>
              </a:ext>
            </a:extLst>
          </p:cNvPr>
          <p:cNvSpPr/>
          <p:nvPr userDrawn="1"/>
        </p:nvSpPr>
        <p:spPr>
          <a:xfrm>
            <a:off x="0" y="4996455"/>
            <a:ext cx="12192000" cy="18615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>
              <a:solidFill>
                <a:schemeClr val="bg2"/>
              </a:solidFill>
            </a:endParaRPr>
          </a:p>
        </p:txBody>
      </p:sp>
      <p:grpSp>
        <p:nvGrpSpPr>
          <p:cNvPr id="4" name="SP Agenda Section" hidden="1">
            <a:extLst>
              <a:ext uri="{FF2B5EF4-FFF2-40B4-BE49-F238E27FC236}">
                <a16:creationId xmlns:a16="http://schemas.microsoft.com/office/drawing/2014/main" id="{3EAF6915-94E7-4981-8530-4E67E8EC3558}"/>
              </a:ext>
            </a:extLst>
          </p:cNvPr>
          <p:cNvGrpSpPr/>
          <p:nvPr userDrawn="1"/>
        </p:nvGrpSpPr>
        <p:grpSpPr>
          <a:xfrm>
            <a:off x="650233" y="5176112"/>
            <a:ext cx="10688888" cy="819917"/>
            <a:chOff x="1416583" y="4516131"/>
            <a:chExt cx="11785612" cy="903996"/>
          </a:xfrm>
        </p:grpSpPr>
        <p:sp>
          <p:nvSpPr>
            <p:cNvPr id="25" name="Section Title" hidden="1">
              <a:extLst>
                <a:ext uri="{FF2B5EF4-FFF2-40B4-BE49-F238E27FC236}">
                  <a16:creationId xmlns:a16="http://schemas.microsoft.com/office/drawing/2014/main" id="{2CAC45A8-F902-45D8-9EBC-5C172F683C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16583" y="5012921"/>
              <a:ext cx="11785612" cy="4072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9332934">
                <a:tabLst>
                  <a:tab pos="9510704" algn="l"/>
                </a:tabLst>
              </a:pPr>
              <a:r>
                <a:rPr lang="en-US" sz="2539" b="0">
                  <a:solidFill>
                    <a:schemeClr val="tx2"/>
                  </a:solidFill>
                </a:rPr>
                <a:t>&lt;TEXT&gt;</a:t>
              </a:r>
            </a:p>
          </p:txBody>
        </p:sp>
        <p:sp>
          <p:nvSpPr>
            <p:cNvPr id="26" name="Section Number" hidden="1">
              <a:extLst>
                <a:ext uri="{FF2B5EF4-FFF2-40B4-BE49-F238E27FC236}">
                  <a16:creationId xmlns:a16="http://schemas.microsoft.com/office/drawing/2014/main" id="{2CEF7BEB-6DCF-4ABB-A2EC-27E3BACBB1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16583" y="4516131"/>
              <a:ext cx="710093" cy="40720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3628" b="1">
                  <a:solidFill>
                    <a:schemeClr val="accent2"/>
                  </a:solidFill>
                </a:rPr>
                <a:t>&lt;N&gt;</a:t>
              </a:r>
            </a:p>
          </p:txBody>
        </p:sp>
        <p:sp>
          <p:nvSpPr>
            <p:cNvPr id="27" name="Slide Number" hidden="1">
              <a:extLst>
                <a:ext uri="{FF2B5EF4-FFF2-40B4-BE49-F238E27FC236}">
                  <a16:creationId xmlns:a16="http://schemas.microsoft.com/office/drawing/2014/main" id="{816F9A6A-7541-45A6-8907-2F6CFCD7469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4516131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28" name="Timeslot" hidden="1">
              <a:extLst>
                <a:ext uri="{FF2B5EF4-FFF2-40B4-BE49-F238E27FC236}">
                  <a16:creationId xmlns:a16="http://schemas.microsoft.com/office/drawing/2014/main" id="{1985E1F9-A5D5-458F-8602-6481F38042D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4516131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29" name="Responsible" hidden="1">
              <a:extLst>
                <a:ext uri="{FF2B5EF4-FFF2-40B4-BE49-F238E27FC236}">
                  <a16:creationId xmlns:a16="http://schemas.microsoft.com/office/drawing/2014/main" id="{73AA7F9D-4845-4EF6-A46C-23D5FF32F37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4516131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30" name="Duration" hidden="1">
              <a:extLst>
                <a:ext uri="{FF2B5EF4-FFF2-40B4-BE49-F238E27FC236}">
                  <a16:creationId xmlns:a16="http://schemas.microsoft.com/office/drawing/2014/main" id="{47DB399F-520D-4661-AB2A-7D8548B3AF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4516131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grpSp>
        <p:nvGrpSpPr>
          <p:cNvPr id="3" name="SP Agenda Subsection" hidden="1">
            <a:extLst>
              <a:ext uri="{FF2B5EF4-FFF2-40B4-BE49-F238E27FC236}">
                <a16:creationId xmlns:a16="http://schemas.microsoft.com/office/drawing/2014/main" id="{9C414AE4-085F-4D0F-A914-835526C35831}"/>
              </a:ext>
            </a:extLst>
          </p:cNvPr>
          <p:cNvGrpSpPr/>
          <p:nvPr userDrawn="1"/>
        </p:nvGrpSpPr>
        <p:grpSpPr>
          <a:xfrm>
            <a:off x="650233" y="5176112"/>
            <a:ext cx="10688888" cy="819917"/>
            <a:chOff x="1416583" y="2275729"/>
            <a:chExt cx="11785612" cy="903996"/>
          </a:xfrm>
        </p:grpSpPr>
        <p:sp>
          <p:nvSpPr>
            <p:cNvPr id="32" name="Section Title" hidden="1">
              <a:extLst>
                <a:ext uri="{FF2B5EF4-FFF2-40B4-BE49-F238E27FC236}">
                  <a16:creationId xmlns:a16="http://schemas.microsoft.com/office/drawing/2014/main" id="{C5680D5C-D78E-457C-80B8-F6680DA257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16583" y="2772519"/>
              <a:ext cx="11785612" cy="4072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9332934">
                <a:tabLst>
                  <a:tab pos="9510704" algn="l"/>
                </a:tabLst>
              </a:pPr>
              <a:r>
                <a:rPr lang="en-US" sz="2539" b="0">
                  <a:solidFill>
                    <a:schemeClr val="tx2"/>
                  </a:solidFill>
                </a:rPr>
                <a:t>&lt;TEXT&gt;</a:t>
              </a:r>
            </a:p>
          </p:txBody>
        </p:sp>
        <p:sp>
          <p:nvSpPr>
            <p:cNvPr id="33" name="Section Number" hidden="1">
              <a:extLst>
                <a:ext uri="{FF2B5EF4-FFF2-40B4-BE49-F238E27FC236}">
                  <a16:creationId xmlns:a16="http://schemas.microsoft.com/office/drawing/2014/main" id="{2F2A9062-1843-4545-8A56-794343488C1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16583" y="2275729"/>
              <a:ext cx="710093" cy="40720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3628" b="0">
                  <a:solidFill>
                    <a:schemeClr val="accent2"/>
                  </a:solidFill>
                </a:rPr>
                <a:t>&lt;N&gt;</a:t>
              </a:r>
            </a:p>
          </p:txBody>
        </p:sp>
        <p:sp>
          <p:nvSpPr>
            <p:cNvPr id="34" name="Slide Number" hidden="1">
              <a:extLst>
                <a:ext uri="{FF2B5EF4-FFF2-40B4-BE49-F238E27FC236}">
                  <a16:creationId xmlns:a16="http://schemas.microsoft.com/office/drawing/2014/main" id="{492BE428-34B2-438F-9202-3977A23A54F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2276510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35" name="Timeslot" hidden="1">
              <a:extLst>
                <a:ext uri="{FF2B5EF4-FFF2-40B4-BE49-F238E27FC236}">
                  <a16:creationId xmlns:a16="http://schemas.microsoft.com/office/drawing/2014/main" id="{3F1E0DAD-9579-4FFA-9C2D-F5F558C2F65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2276510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36" name="Responsible" hidden="1">
              <a:extLst>
                <a:ext uri="{FF2B5EF4-FFF2-40B4-BE49-F238E27FC236}">
                  <a16:creationId xmlns:a16="http://schemas.microsoft.com/office/drawing/2014/main" id="{F28C9D5F-9286-40BB-92F9-F64BE159DCA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2276510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37" name="Duration" hidden="1">
              <a:extLst>
                <a:ext uri="{FF2B5EF4-FFF2-40B4-BE49-F238E27FC236}">
                  <a16:creationId xmlns:a16="http://schemas.microsoft.com/office/drawing/2014/main" id="{E69FFDDA-FD4E-43B3-AE13-F86C2265FFE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85237" y="2276510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6" name="Subtitle" hidden="1">
            <a:extLst>
              <a:ext uri="{FF2B5EF4-FFF2-40B4-BE49-F238E27FC236}">
                <a16:creationId xmlns:a16="http://schemas.microsoft.com/office/drawing/2014/main" id="{40793EBB-621C-4E18-A29C-4FF9418BFC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233" y="6126196"/>
            <a:ext cx="10689602" cy="326517"/>
          </a:xfrm>
        </p:spPr>
        <p:txBody>
          <a:bodyPr/>
          <a:lstStyle>
            <a:lvl1pPr>
              <a:defRPr sz="1814" b="0">
                <a:solidFill>
                  <a:schemeClr val="tx2"/>
                </a:solidFill>
              </a:defRPr>
            </a:lvl1pPr>
            <a:lvl2pPr>
              <a:defRPr sz="1814" b="0">
                <a:solidFill>
                  <a:schemeClr val="tx1"/>
                </a:solidFill>
              </a:defRPr>
            </a:lvl2pPr>
            <a:lvl3pPr>
              <a:defRPr sz="1814" b="0">
                <a:solidFill>
                  <a:schemeClr val="tx1"/>
                </a:solidFill>
              </a:defRPr>
            </a:lvl3pPr>
            <a:lvl4pPr>
              <a:defRPr sz="1814" b="0">
                <a:solidFill>
                  <a:schemeClr val="tx1"/>
                </a:solidFill>
              </a:defRPr>
            </a:lvl4pPr>
            <a:lvl5pPr>
              <a:defRPr sz="1814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 hidden="1">
            <a:extLst>
              <a:ext uri="{FF2B5EF4-FFF2-40B4-BE49-F238E27FC236}">
                <a16:creationId xmlns:a16="http://schemas.microsoft.com/office/drawing/2014/main" id="{85B7B3A7-FA5C-4AED-BC2C-DD22415AB93F}"/>
              </a:ext>
            </a:extLst>
          </p:cNvPr>
          <p:cNvCxnSpPr>
            <a:cxnSpLocks/>
          </p:cNvCxnSpPr>
          <p:nvPr userDrawn="1"/>
        </p:nvCxnSpPr>
        <p:spPr>
          <a:xfrm>
            <a:off x="650233" y="6074359"/>
            <a:ext cx="10689602" cy="0"/>
          </a:xfrm>
          <a:prstGeom prst="line">
            <a:avLst/>
          </a:prstGeom>
          <a:ln w="12700"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" descr="{&quot;templafy&quot;:{&quot;id&quot;:&quot;41b78f63-daa9-4ad5-b2cf-96050eddc9ca&quot;}}" title="Form.Confidentiality.Insert">
            <a:extLst>
              <a:ext uri="{FF2B5EF4-FFF2-40B4-BE49-F238E27FC236}">
                <a16:creationId xmlns:a16="http://schemas.microsoft.com/office/drawing/2014/main" id="{815BC75B-CC4D-67BA-59D8-4C0F3BDF4710}"/>
              </a:ext>
            </a:extLst>
          </p:cNvPr>
          <p:cNvSpPr txBox="1"/>
          <p:nvPr userDrawn="1"/>
        </p:nvSpPr>
        <p:spPr>
          <a:xfrm>
            <a:off x="2895947" y="6618114"/>
            <a:ext cx="6400106" cy="8795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8pPr marL="0" lvl="7" algn="r" defTabSz="1007943">
              <a:lnSpc>
                <a:spcPct val="90000"/>
              </a:lnSpc>
              <a:spcBef>
                <a:spcPts val="551"/>
              </a:spcBef>
              <a:defRPr sz="700" baseline="0"/>
            </a:lvl8pPr>
          </a:lstStyle>
          <a:p>
            <a:pPr lvl="7" algn="ctr">
              <a:buFontTx/>
              <a:buNone/>
            </a:pPr>
            <a:r>
              <a:rPr lang="it-IT" sz="726" i="0">
                <a:solidFill>
                  <a:schemeClr val="tx2"/>
                </a:solidFill>
                <a:latin typeface="+mj-lt"/>
              </a:rPr>
              <a:t>Highly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Confidential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–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any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distribution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to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third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parties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is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prohibited</a:t>
            </a:r>
            <a:endParaRPr lang="it-IT" sz="726" i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249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uidance"/>
          <p:cNvGrpSpPr/>
          <p:nvPr userDrawn="1"/>
        </p:nvGrpSpPr>
        <p:grpSpPr>
          <a:xfrm>
            <a:off x="-1867641" y="268169"/>
            <a:ext cx="1732462" cy="307135"/>
            <a:chOff x="-1638077" y="426122"/>
            <a:chExt cx="1519514" cy="338630"/>
          </a:xfrm>
        </p:grpSpPr>
        <p:cxnSp>
          <p:nvCxnSpPr>
            <p:cNvPr id="12" name="Guidance Arrow 1"/>
            <p:cNvCxnSpPr/>
            <p:nvPr userDrawn="1"/>
          </p:nvCxnSpPr>
          <p:spPr>
            <a:xfrm flipV="1">
              <a:off x="-406563" y="595372"/>
              <a:ext cx="288000" cy="2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Guidance Text 1"/>
            <p:cNvSpPr txBox="1"/>
            <p:nvPr userDrawn="1"/>
          </p:nvSpPr>
          <p:spPr>
            <a:xfrm>
              <a:off x="-1638077" y="426122"/>
              <a:ext cx="1231513" cy="338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tIns="0" rIns="36000" bIns="0" rtlCol="0">
              <a:spAutoFit/>
            </a:bodyPr>
            <a:lstStyle/>
            <a:p>
              <a:pPr algn="r">
                <a:spcBef>
                  <a:spcPts val="684"/>
                </a:spcBef>
              </a:pPr>
              <a:r>
                <a:rPr lang="en-US" sz="998" b="0" i="1">
                  <a:solidFill>
                    <a:schemeClr val="tx2"/>
                  </a:solidFill>
                  <a:latin typeface="+mj-lt"/>
                </a:rPr>
                <a:t>Leave blank</a:t>
              </a:r>
              <a:br>
                <a:rPr lang="en-US" sz="998" b="0" i="1">
                  <a:solidFill>
                    <a:schemeClr val="tx2"/>
                  </a:solidFill>
                  <a:latin typeface="+mj-lt"/>
                </a:rPr>
              </a:br>
              <a:r>
                <a:rPr lang="en-US" sz="998" b="0" i="1">
                  <a:solidFill>
                    <a:schemeClr val="tx2"/>
                  </a:solidFill>
                  <a:latin typeface="+mj-lt"/>
                </a:rPr>
                <a:t>if not required</a:t>
              </a:r>
            </a:p>
          </p:txBody>
        </p:sp>
      </p:grp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391800" y="1557632"/>
            <a:ext cx="11394842" cy="48647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895CFA-7125-4DD6-94C8-25AF43CD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99" y="555332"/>
            <a:ext cx="11407901" cy="349114"/>
          </a:xfrm>
        </p:spPr>
        <p:txBody>
          <a:bodyPr/>
          <a:lstStyle>
            <a:lvl1pPr>
              <a:defRPr sz="23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80E03FB-FF61-2530-7C4D-D8FADD3774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352" y="1016308"/>
            <a:ext cx="11411297" cy="265393"/>
          </a:xfrm>
        </p:spPr>
        <p:txBody>
          <a:bodyPr/>
          <a:lstStyle>
            <a:lvl1pPr algn="ctr">
              <a:defRPr b="0">
                <a:solidFill>
                  <a:schemeClr val="accent2"/>
                </a:solidFill>
              </a:defRPr>
            </a:lvl1pPr>
            <a:lvl2pPr algn="ctr">
              <a:defRPr sz="1814" b="0"/>
            </a:lvl2pPr>
            <a:lvl3pPr marL="0" indent="0" algn="ctr">
              <a:buNone/>
              <a:defRPr sz="1814" b="0"/>
            </a:lvl3pPr>
            <a:lvl4pPr marL="0" indent="0" algn="ctr">
              <a:buNone/>
              <a:defRPr sz="1814" b="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814" b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74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08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49E1D5-D79A-9B48-8B47-853997D4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1EFCE662-61BB-C940-9322-98F902DD1E25}" type="slidenum">
              <a:rPr lang="it-IT" smtClean="0">
                <a:solidFill>
                  <a:srgbClr val="1B3048">
                    <a:tint val="75000"/>
                  </a:srgbClr>
                </a:solidFill>
              </a:rPr>
              <a:pPr/>
              <a:t>‹#›</a:t>
            </a:fld>
            <a:endParaRPr lang="it-IT">
              <a:solidFill>
                <a:srgbClr val="1B3048">
                  <a:tint val="75000"/>
                </a:srgbClr>
              </a:solidFill>
            </a:endParaRPr>
          </a:p>
        </p:txBody>
      </p:sp>
      <p:pic>
        <p:nvPicPr>
          <p:cNvPr id="6" name="Immagine 10">
            <a:extLst>
              <a:ext uri="{FF2B5EF4-FFF2-40B4-BE49-F238E27FC236}">
                <a16:creationId xmlns:a16="http://schemas.microsoft.com/office/drawing/2014/main" id="{621F8F5B-718A-0442-A317-2092EB0384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263" y="6464652"/>
            <a:ext cx="756079" cy="16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4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109.xml"/><Relationship Id="rId21" Type="http://schemas.openxmlformats.org/officeDocument/2006/relationships/tags" Target="../tags/tag13.xml"/><Relationship Id="rId42" Type="http://schemas.openxmlformats.org/officeDocument/2006/relationships/tags" Target="../tags/tag34.xml"/><Relationship Id="rId63" Type="http://schemas.openxmlformats.org/officeDocument/2006/relationships/tags" Target="../tags/tag55.xml"/><Relationship Id="rId84" Type="http://schemas.openxmlformats.org/officeDocument/2006/relationships/tags" Target="../tags/tag76.xml"/><Relationship Id="rId16" Type="http://schemas.openxmlformats.org/officeDocument/2006/relationships/tags" Target="../tags/tag8.xml"/><Relationship Id="rId107" Type="http://schemas.openxmlformats.org/officeDocument/2006/relationships/tags" Target="../tags/tag99.xml"/><Relationship Id="rId11" Type="http://schemas.openxmlformats.org/officeDocument/2006/relationships/tags" Target="../tags/tag3.xml"/><Relationship Id="rId32" Type="http://schemas.openxmlformats.org/officeDocument/2006/relationships/tags" Target="../tags/tag24.xml"/><Relationship Id="rId37" Type="http://schemas.openxmlformats.org/officeDocument/2006/relationships/tags" Target="../tags/tag29.xml"/><Relationship Id="rId53" Type="http://schemas.openxmlformats.org/officeDocument/2006/relationships/tags" Target="../tags/tag45.xml"/><Relationship Id="rId58" Type="http://schemas.openxmlformats.org/officeDocument/2006/relationships/tags" Target="../tags/tag50.xml"/><Relationship Id="rId74" Type="http://schemas.openxmlformats.org/officeDocument/2006/relationships/tags" Target="../tags/tag66.xml"/><Relationship Id="rId79" Type="http://schemas.openxmlformats.org/officeDocument/2006/relationships/tags" Target="../tags/tag71.xml"/><Relationship Id="rId102" Type="http://schemas.openxmlformats.org/officeDocument/2006/relationships/tags" Target="../tags/tag94.xml"/><Relationship Id="rId123" Type="http://schemas.openxmlformats.org/officeDocument/2006/relationships/tags" Target="../tags/tag115.xml"/><Relationship Id="rId128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0" Type="http://schemas.openxmlformats.org/officeDocument/2006/relationships/tags" Target="../tags/tag82.xml"/><Relationship Id="rId95" Type="http://schemas.openxmlformats.org/officeDocument/2006/relationships/tags" Target="../tags/tag87.xml"/><Relationship Id="rId22" Type="http://schemas.openxmlformats.org/officeDocument/2006/relationships/tags" Target="../tags/tag14.xml"/><Relationship Id="rId27" Type="http://schemas.openxmlformats.org/officeDocument/2006/relationships/tags" Target="../tags/tag19.xml"/><Relationship Id="rId43" Type="http://schemas.openxmlformats.org/officeDocument/2006/relationships/tags" Target="../tags/tag35.xml"/><Relationship Id="rId48" Type="http://schemas.openxmlformats.org/officeDocument/2006/relationships/tags" Target="../tags/tag40.xml"/><Relationship Id="rId64" Type="http://schemas.openxmlformats.org/officeDocument/2006/relationships/tags" Target="../tags/tag56.xml"/><Relationship Id="rId69" Type="http://schemas.openxmlformats.org/officeDocument/2006/relationships/tags" Target="../tags/tag61.xml"/><Relationship Id="rId113" Type="http://schemas.openxmlformats.org/officeDocument/2006/relationships/tags" Target="../tags/tag105.xml"/><Relationship Id="rId118" Type="http://schemas.openxmlformats.org/officeDocument/2006/relationships/tags" Target="../tags/tag110.xml"/><Relationship Id="rId134" Type="http://schemas.openxmlformats.org/officeDocument/2006/relationships/image" Target="../media/image1.emf"/><Relationship Id="rId80" Type="http://schemas.openxmlformats.org/officeDocument/2006/relationships/tags" Target="../tags/tag72.xml"/><Relationship Id="rId85" Type="http://schemas.openxmlformats.org/officeDocument/2006/relationships/tags" Target="../tags/tag77.xml"/><Relationship Id="rId12" Type="http://schemas.openxmlformats.org/officeDocument/2006/relationships/tags" Target="../tags/tag4.xml"/><Relationship Id="rId17" Type="http://schemas.openxmlformats.org/officeDocument/2006/relationships/tags" Target="../tags/tag9.xml"/><Relationship Id="rId33" Type="http://schemas.openxmlformats.org/officeDocument/2006/relationships/tags" Target="../tags/tag25.xml"/><Relationship Id="rId38" Type="http://schemas.openxmlformats.org/officeDocument/2006/relationships/tags" Target="../tags/tag30.xml"/><Relationship Id="rId59" Type="http://schemas.openxmlformats.org/officeDocument/2006/relationships/tags" Target="../tags/tag51.xml"/><Relationship Id="rId103" Type="http://schemas.openxmlformats.org/officeDocument/2006/relationships/tags" Target="../tags/tag95.xml"/><Relationship Id="rId108" Type="http://schemas.openxmlformats.org/officeDocument/2006/relationships/tags" Target="../tags/tag100.xml"/><Relationship Id="rId124" Type="http://schemas.openxmlformats.org/officeDocument/2006/relationships/tags" Target="../tags/tag116.xml"/><Relationship Id="rId129" Type="http://schemas.openxmlformats.org/officeDocument/2006/relationships/tags" Target="../tags/tag121.xml"/><Relationship Id="rId54" Type="http://schemas.openxmlformats.org/officeDocument/2006/relationships/tags" Target="../tags/tag46.xml"/><Relationship Id="rId70" Type="http://schemas.openxmlformats.org/officeDocument/2006/relationships/tags" Target="../tags/tag62.xml"/><Relationship Id="rId75" Type="http://schemas.openxmlformats.org/officeDocument/2006/relationships/tags" Target="../tags/tag67.xml"/><Relationship Id="rId91" Type="http://schemas.openxmlformats.org/officeDocument/2006/relationships/tags" Target="../tags/tag83.xml"/><Relationship Id="rId96" Type="http://schemas.openxmlformats.org/officeDocument/2006/relationships/tags" Target="../tags/tag8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tags" Target="../tags/tag15.xml"/><Relationship Id="rId28" Type="http://schemas.openxmlformats.org/officeDocument/2006/relationships/tags" Target="../tags/tag20.xml"/><Relationship Id="rId49" Type="http://schemas.openxmlformats.org/officeDocument/2006/relationships/tags" Target="../tags/tag41.xml"/><Relationship Id="rId114" Type="http://schemas.openxmlformats.org/officeDocument/2006/relationships/tags" Target="../tags/tag106.xml"/><Relationship Id="rId119" Type="http://schemas.openxmlformats.org/officeDocument/2006/relationships/tags" Target="../tags/tag111.xml"/><Relationship Id="rId44" Type="http://schemas.openxmlformats.org/officeDocument/2006/relationships/tags" Target="../tags/tag36.xml"/><Relationship Id="rId60" Type="http://schemas.openxmlformats.org/officeDocument/2006/relationships/tags" Target="../tags/tag52.xml"/><Relationship Id="rId65" Type="http://schemas.openxmlformats.org/officeDocument/2006/relationships/tags" Target="../tags/tag57.xml"/><Relationship Id="rId81" Type="http://schemas.openxmlformats.org/officeDocument/2006/relationships/tags" Target="../tags/tag73.xml"/><Relationship Id="rId86" Type="http://schemas.openxmlformats.org/officeDocument/2006/relationships/tags" Target="../tags/tag78.xml"/><Relationship Id="rId130" Type="http://schemas.openxmlformats.org/officeDocument/2006/relationships/tags" Target="../tags/tag122.xml"/><Relationship Id="rId135" Type="http://schemas.openxmlformats.org/officeDocument/2006/relationships/image" Target="../media/image2.png"/><Relationship Id="rId13" Type="http://schemas.openxmlformats.org/officeDocument/2006/relationships/tags" Target="../tags/tag5.xml"/><Relationship Id="rId18" Type="http://schemas.openxmlformats.org/officeDocument/2006/relationships/tags" Target="../tags/tag10.xml"/><Relationship Id="rId39" Type="http://schemas.openxmlformats.org/officeDocument/2006/relationships/tags" Target="../tags/tag31.xml"/><Relationship Id="rId109" Type="http://schemas.openxmlformats.org/officeDocument/2006/relationships/tags" Target="../tags/tag101.xml"/><Relationship Id="rId34" Type="http://schemas.openxmlformats.org/officeDocument/2006/relationships/tags" Target="../tags/tag26.xml"/><Relationship Id="rId50" Type="http://schemas.openxmlformats.org/officeDocument/2006/relationships/tags" Target="../tags/tag42.xml"/><Relationship Id="rId55" Type="http://schemas.openxmlformats.org/officeDocument/2006/relationships/tags" Target="../tags/tag47.xml"/><Relationship Id="rId76" Type="http://schemas.openxmlformats.org/officeDocument/2006/relationships/tags" Target="../tags/tag68.xml"/><Relationship Id="rId97" Type="http://schemas.openxmlformats.org/officeDocument/2006/relationships/tags" Target="../tags/tag89.xml"/><Relationship Id="rId104" Type="http://schemas.openxmlformats.org/officeDocument/2006/relationships/tags" Target="../tags/tag96.xml"/><Relationship Id="rId120" Type="http://schemas.openxmlformats.org/officeDocument/2006/relationships/tags" Target="../tags/tag112.xml"/><Relationship Id="rId125" Type="http://schemas.openxmlformats.org/officeDocument/2006/relationships/tags" Target="../tags/tag117.xml"/><Relationship Id="rId7" Type="http://schemas.openxmlformats.org/officeDocument/2006/relationships/theme" Target="../theme/theme1.xml"/><Relationship Id="rId71" Type="http://schemas.openxmlformats.org/officeDocument/2006/relationships/tags" Target="../tags/tag63.xml"/><Relationship Id="rId92" Type="http://schemas.openxmlformats.org/officeDocument/2006/relationships/tags" Target="../tags/tag84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21.xml"/><Relationship Id="rId24" Type="http://schemas.openxmlformats.org/officeDocument/2006/relationships/tags" Target="../tags/tag16.xml"/><Relationship Id="rId40" Type="http://schemas.openxmlformats.org/officeDocument/2006/relationships/tags" Target="../tags/tag32.xml"/><Relationship Id="rId45" Type="http://schemas.openxmlformats.org/officeDocument/2006/relationships/tags" Target="../tags/tag37.xml"/><Relationship Id="rId66" Type="http://schemas.openxmlformats.org/officeDocument/2006/relationships/tags" Target="../tags/tag58.xml"/><Relationship Id="rId87" Type="http://schemas.openxmlformats.org/officeDocument/2006/relationships/tags" Target="../tags/tag79.xml"/><Relationship Id="rId110" Type="http://schemas.openxmlformats.org/officeDocument/2006/relationships/tags" Target="../tags/tag102.xml"/><Relationship Id="rId115" Type="http://schemas.openxmlformats.org/officeDocument/2006/relationships/tags" Target="../tags/tag107.xml"/><Relationship Id="rId131" Type="http://schemas.openxmlformats.org/officeDocument/2006/relationships/tags" Target="../tags/tag123.xml"/><Relationship Id="rId61" Type="http://schemas.openxmlformats.org/officeDocument/2006/relationships/tags" Target="../tags/tag53.xml"/><Relationship Id="rId82" Type="http://schemas.openxmlformats.org/officeDocument/2006/relationships/tags" Target="../tags/tag74.xml"/><Relationship Id="rId19" Type="http://schemas.openxmlformats.org/officeDocument/2006/relationships/tags" Target="../tags/tag11.xml"/><Relationship Id="rId14" Type="http://schemas.openxmlformats.org/officeDocument/2006/relationships/tags" Target="../tags/tag6.xml"/><Relationship Id="rId30" Type="http://schemas.openxmlformats.org/officeDocument/2006/relationships/tags" Target="../tags/tag22.xml"/><Relationship Id="rId35" Type="http://schemas.openxmlformats.org/officeDocument/2006/relationships/tags" Target="../tags/tag27.xml"/><Relationship Id="rId56" Type="http://schemas.openxmlformats.org/officeDocument/2006/relationships/tags" Target="../tags/tag48.xml"/><Relationship Id="rId77" Type="http://schemas.openxmlformats.org/officeDocument/2006/relationships/tags" Target="../tags/tag69.xml"/><Relationship Id="rId100" Type="http://schemas.openxmlformats.org/officeDocument/2006/relationships/tags" Target="../tags/tag92.xml"/><Relationship Id="rId105" Type="http://schemas.openxmlformats.org/officeDocument/2006/relationships/tags" Target="../tags/tag97.xml"/><Relationship Id="rId126" Type="http://schemas.openxmlformats.org/officeDocument/2006/relationships/tags" Target="../tags/tag118.xml"/><Relationship Id="rId8" Type="http://schemas.openxmlformats.org/officeDocument/2006/relationships/vmlDrawing" Target="../drawings/vmlDrawing1.vml"/><Relationship Id="rId51" Type="http://schemas.openxmlformats.org/officeDocument/2006/relationships/tags" Target="../tags/tag43.xml"/><Relationship Id="rId72" Type="http://schemas.openxmlformats.org/officeDocument/2006/relationships/tags" Target="../tags/tag64.xml"/><Relationship Id="rId93" Type="http://schemas.openxmlformats.org/officeDocument/2006/relationships/tags" Target="../tags/tag85.xml"/><Relationship Id="rId98" Type="http://schemas.openxmlformats.org/officeDocument/2006/relationships/tags" Target="../tags/tag90.xml"/><Relationship Id="rId121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tags" Target="../tags/tag17.xml"/><Relationship Id="rId46" Type="http://schemas.openxmlformats.org/officeDocument/2006/relationships/tags" Target="../tags/tag38.xml"/><Relationship Id="rId67" Type="http://schemas.openxmlformats.org/officeDocument/2006/relationships/tags" Target="../tags/tag59.xml"/><Relationship Id="rId116" Type="http://schemas.openxmlformats.org/officeDocument/2006/relationships/tags" Target="../tags/tag108.xml"/><Relationship Id="rId20" Type="http://schemas.openxmlformats.org/officeDocument/2006/relationships/tags" Target="../tags/tag12.xml"/><Relationship Id="rId41" Type="http://schemas.openxmlformats.org/officeDocument/2006/relationships/tags" Target="../tags/tag33.xml"/><Relationship Id="rId62" Type="http://schemas.openxmlformats.org/officeDocument/2006/relationships/tags" Target="../tags/tag54.xml"/><Relationship Id="rId83" Type="http://schemas.openxmlformats.org/officeDocument/2006/relationships/tags" Target="../tags/tag75.xml"/><Relationship Id="rId88" Type="http://schemas.openxmlformats.org/officeDocument/2006/relationships/tags" Target="../tags/tag80.xml"/><Relationship Id="rId111" Type="http://schemas.openxmlformats.org/officeDocument/2006/relationships/tags" Target="../tags/tag103.xml"/><Relationship Id="rId132" Type="http://schemas.openxmlformats.org/officeDocument/2006/relationships/tags" Target="../tags/tag124.xml"/><Relationship Id="rId15" Type="http://schemas.openxmlformats.org/officeDocument/2006/relationships/tags" Target="../tags/tag7.xml"/><Relationship Id="rId36" Type="http://schemas.openxmlformats.org/officeDocument/2006/relationships/tags" Target="../tags/tag28.xml"/><Relationship Id="rId57" Type="http://schemas.openxmlformats.org/officeDocument/2006/relationships/tags" Target="../tags/tag49.xml"/><Relationship Id="rId106" Type="http://schemas.openxmlformats.org/officeDocument/2006/relationships/tags" Target="../tags/tag98.xml"/><Relationship Id="rId127" Type="http://schemas.openxmlformats.org/officeDocument/2006/relationships/tags" Target="../tags/tag119.xml"/><Relationship Id="rId10" Type="http://schemas.openxmlformats.org/officeDocument/2006/relationships/tags" Target="../tags/tag2.xml"/><Relationship Id="rId31" Type="http://schemas.openxmlformats.org/officeDocument/2006/relationships/tags" Target="../tags/tag23.xml"/><Relationship Id="rId52" Type="http://schemas.openxmlformats.org/officeDocument/2006/relationships/tags" Target="../tags/tag44.xml"/><Relationship Id="rId73" Type="http://schemas.openxmlformats.org/officeDocument/2006/relationships/tags" Target="../tags/tag65.xml"/><Relationship Id="rId78" Type="http://schemas.openxmlformats.org/officeDocument/2006/relationships/tags" Target="../tags/tag70.xml"/><Relationship Id="rId94" Type="http://schemas.openxmlformats.org/officeDocument/2006/relationships/tags" Target="../tags/tag86.xml"/><Relationship Id="rId99" Type="http://schemas.openxmlformats.org/officeDocument/2006/relationships/tags" Target="../tags/tag91.xml"/><Relationship Id="rId101" Type="http://schemas.openxmlformats.org/officeDocument/2006/relationships/tags" Target="../tags/tag93.xml"/><Relationship Id="rId122" Type="http://schemas.openxmlformats.org/officeDocument/2006/relationships/tags" Target="../tags/tag11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Relationship Id="rId26" Type="http://schemas.openxmlformats.org/officeDocument/2006/relationships/tags" Target="../tags/tag18.xml"/><Relationship Id="rId47" Type="http://schemas.openxmlformats.org/officeDocument/2006/relationships/tags" Target="../tags/tag39.xml"/><Relationship Id="rId68" Type="http://schemas.openxmlformats.org/officeDocument/2006/relationships/tags" Target="../tags/tag60.xml"/><Relationship Id="rId89" Type="http://schemas.openxmlformats.org/officeDocument/2006/relationships/tags" Target="../tags/tag81.xml"/><Relationship Id="rId112" Type="http://schemas.openxmlformats.org/officeDocument/2006/relationships/tags" Target="../tags/tag104.xml"/><Relationship Id="rId133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D4C88F6B-65B4-E27D-6904-C4B645FFC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122946856"/>
              </p:ext>
            </p:extLst>
          </p:nvPr>
        </p:nvGraphicFramePr>
        <p:xfrm>
          <a:off x="1440" y="1440"/>
          <a:ext cx="144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Diapositiva think-cell" r:id="rId133" imgW="435" imgH="435" progId="TCLayout.ActiveDocument.1">
                  <p:embed/>
                </p:oleObj>
              </mc:Choice>
              <mc:Fallback>
                <p:oleObj name="Diapositiva think-cell" r:id="rId133" imgW="435" imgH="435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D4C88F6B-65B4-E27D-6904-C4B645FFC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4"/>
                      <a:stretch>
                        <a:fillRect/>
                      </a:stretch>
                    </p:blipFill>
                    <p:spPr>
                      <a:xfrm>
                        <a:off x="1440" y="1440"/>
                        <a:ext cx="144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in Text Placeholder"/>
          <p:cNvSpPr>
            <a:spLocks noGrp="1"/>
          </p:cNvSpPr>
          <p:nvPr userDrawn="1">
            <p:ph type="body" idx="1"/>
          </p:nvPr>
        </p:nvSpPr>
        <p:spPr>
          <a:xfrm>
            <a:off x="391800" y="1241910"/>
            <a:ext cx="11407902" cy="52242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9" name="text" descr="{&quot;templafy&quot;:{&quot;id&quot;:&quot;41b78f63-daa9-4ad5-b2cf-96050eddc9ca&quot;}}" title="Form.Confidentiality.Insert">
            <a:extLst>
              <a:ext uri="{FF2B5EF4-FFF2-40B4-BE49-F238E27FC236}">
                <a16:creationId xmlns:a16="http://schemas.microsoft.com/office/drawing/2014/main" id="{069AC501-3534-4F64-909C-C2C00D812E00}"/>
              </a:ext>
            </a:extLst>
          </p:cNvPr>
          <p:cNvSpPr txBox="1"/>
          <p:nvPr userDrawn="1"/>
        </p:nvSpPr>
        <p:spPr>
          <a:xfrm>
            <a:off x="2895947" y="6618114"/>
            <a:ext cx="6400106" cy="8795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8pPr marL="0" lvl="7" algn="r" defTabSz="1007943">
              <a:lnSpc>
                <a:spcPct val="90000"/>
              </a:lnSpc>
              <a:spcBef>
                <a:spcPts val="551"/>
              </a:spcBef>
              <a:defRPr sz="700" baseline="0"/>
            </a:lvl8pPr>
          </a:lstStyle>
          <a:p>
            <a:pPr lvl="7" algn="ctr">
              <a:buFontTx/>
              <a:buNone/>
            </a:pPr>
            <a:r>
              <a:rPr lang="it-IT" sz="726" i="0">
                <a:solidFill>
                  <a:schemeClr val="tx2"/>
                </a:solidFill>
                <a:latin typeface="+mj-lt"/>
              </a:rPr>
              <a:t>Highly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Confidential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–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any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distribution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to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third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parties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is</a:t>
            </a:r>
            <a:r>
              <a:rPr lang="it-IT" sz="726" i="0">
                <a:solidFill>
                  <a:schemeClr val="tx2"/>
                </a:solidFill>
                <a:latin typeface="+mj-lt"/>
              </a:rPr>
              <a:t> </a:t>
            </a:r>
            <a:r>
              <a:rPr lang="it-IT" sz="726" i="0" err="1">
                <a:solidFill>
                  <a:schemeClr val="tx2"/>
                </a:solidFill>
                <a:latin typeface="+mj-lt"/>
              </a:rPr>
              <a:t>prohibited</a:t>
            </a:r>
            <a:endParaRPr lang="it-IT" sz="726" i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7" name="Page number"/>
          <p:cNvSpPr txBox="1"/>
          <p:nvPr userDrawn="1"/>
        </p:nvSpPr>
        <p:spPr>
          <a:xfrm>
            <a:off x="11184024" y="6618114"/>
            <a:ext cx="615678" cy="879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8pPr marL="0" lvl="7" algn="r" defTabSz="1007943">
              <a:lnSpc>
                <a:spcPct val="90000"/>
              </a:lnSpc>
              <a:spcBef>
                <a:spcPts val="551"/>
              </a:spcBef>
              <a:defRPr sz="700" baseline="0"/>
            </a:lvl8pPr>
          </a:lstStyle>
          <a:p>
            <a:pPr lvl="7" algn="r">
              <a:buFontTx/>
              <a:buNone/>
            </a:pPr>
            <a:fld id="{E32D2109-785C-40A3-A389-1D12210AA4F1}" type="slidenum">
              <a:rPr lang="en-US" sz="726" i="0" smtClean="0">
                <a:solidFill>
                  <a:schemeClr val="tx2"/>
                </a:solidFill>
                <a:latin typeface="+mj-lt"/>
              </a:rPr>
              <a:pPr lvl="7" algn="r">
                <a:buFontTx/>
                <a:buNone/>
              </a:pPr>
              <a:t>‹#›</a:t>
            </a:fld>
            <a:endParaRPr lang="en-US" sz="726" i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6" name="Title Placeholder 1"/>
          <p:cNvSpPr>
            <a:spLocks noGrp="1"/>
          </p:cNvSpPr>
          <p:nvPr>
            <p:ph type="title"/>
          </p:nvPr>
        </p:nvSpPr>
        <p:spPr>
          <a:xfrm>
            <a:off x="391800" y="506101"/>
            <a:ext cx="8162494" cy="293865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00" name="Spacers"/>
          <p:cNvGrpSpPr/>
          <p:nvPr userDrawn="1"/>
        </p:nvGrpSpPr>
        <p:grpSpPr>
          <a:xfrm>
            <a:off x="-2728703" y="0"/>
            <a:ext cx="17649698" cy="0"/>
            <a:chOff x="-2393300" y="108223"/>
            <a:chExt cx="15480256" cy="0"/>
          </a:xfrm>
        </p:grpSpPr>
        <p:cxnSp>
          <p:nvCxnSpPr>
            <p:cNvPr id="101" name="Left"/>
            <p:cNvCxnSpPr/>
            <p:nvPr userDrawn="1"/>
          </p:nvCxnSpPr>
          <p:spPr>
            <a:xfrm>
              <a:off x="-2393300" y="108223"/>
              <a:ext cx="2304256" cy="0"/>
            </a:xfrm>
            <a:prstGeom prst="line">
              <a:avLst/>
            </a:prstGeom>
            <a:ln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Right"/>
            <p:cNvCxnSpPr/>
            <p:nvPr userDrawn="1"/>
          </p:nvCxnSpPr>
          <p:spPr>
            <a:xfrm>
              <a:off x="10782700" y="108223"/>
              <a:ext cx="2304256" cy="0"/>
            </a:xfrm>
            <a:prstGeom prst="line">
              <a:avLst/>
            </a:prstGeom>
            <a:ln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" descr="{&quot;templafy&quot;:{&quot;id&quot;:&quot;830bd40e-ebda-46af-a109-be2a2036fb58&quot;}}" title="Form.Watermark.Insert">
            <a:extLst>
              <a:ext uri="{FF2B5EF4-FFF2-40B4-BE49-F238E27FC236}">
                <a16:creationId xmlns:a16="http://schemas.microsoft.com/office/drawing/2014/main" id="{AFA147AB-C0BC-4E0C-9510-CF4F3659FC9B}"/>
              </a:ext>
            </a:extLst>
          </p:cNvPr>
          <p:cNvSpPr txBox="1"/>
          <p:nvPr userDrawn="1"/>
        </p:nvSpPr>
        <p:spPr>
          <a:xfrm>
            <a:off x="397219" y="6487533"/>
            <a:ext cx="2873198" cy="3350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2514">
                <a:solidFill>
                  <a:schemeClr val="accent4"/>
                </a:solidFill>
                <a:latin typeface="Source Sans Pro" panose="020B0603030403020204" pitchFamily="34" charset="0"/>
                <a:ea typeface="Source Sans Pro" panose="020B0906030804020204" pitchFamily="34" charset="0"/>
                <a:cs typeface="Source Sans Pro" panose="020B0604020202020204" pitchFamily="34" charset="0"/>
              </a:defRPr>
            </a:lvl1pPr>
          </a:lstStyle>
          <a:p>
            <a:pPr lvl="0"/>
            <a:endParaRPr lang="en-US" sz="2177" b="1" noProof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[WorkArea]" descr="&lt;?xml version=&quot;1.0&quot; encoding=&quot;utf-16&quot;?&gt;&#10;&lt;GridTheme xmlns:xsi=&quot;http://www.w3.org/2001/XMLSchema-instance&quot; xmlns:xsd=&quot;http://www.w3.org/2001/XMLSchema&quot;&gt;&#10;  &lt;GuideLines /&gt;&#10;  &lt;WorkArea&gt;&#10;    &lt;Top&gt;107.716537&lt;/Top&gt;&#10;    &lt;Left&gt;34.0157471&lt;/Left&gt;&#10;    &lt;Width&gt;773.8583&lt;/Width&gt;&#10;    &lt;Height&gt;453.5433&lt;/Height&gt;&#10;  &lt;/WorkArea&gt;&#10;  &lt;AspectW&gt;-1&lt;/AspectW&gt;&#10;  &lt;AspectH&gt;-1&lt;/AspectH&gt;&#10;  &lt;Width&gt;842&lt;/Width&gt;&#10;  &lt;Height&gt;595.375&lt;/Height&gt;&#10;  &lt;HGap&gt;5&lt;/HGap&gt;&#10;  &lt;VGap&gt;5&lt;/VGap&gt;&#10;  &lt;OfficeVersion&gt;-1&lt;/OfficeVersion&gt;&#10;&lt;/GridTheme&gt;" hidden="1">
            <a:extLst>
              <a:ext uri="{FF2B5EF4-FFF2-40B4-BE49-F238E27FC236}">
                <a16:creationId xmlns:a16="http://schemas.microsoft.com/office/drawing/2014/main" id="{F2F87FDE-D3F2-4ED7-AA86-AC88F140331E}"/>
              </a:ext>
            </a:extLst>
          </p:cNvPr>
          <p:cNvSpPr/>
          <p:nvPr userDrawn="1"/>
        </p:nvSpPr>
        <p:spPr>
          <a:xfrm>
            <a:off x="391800" y="1240764"/>
            <a:ext cx="11407902" cy="5224270"/>
          </a:xfrm>
          <a:prstGeom prst="rect">
            <a:avLst/>
          </a:prstGeom>
          <a:solidFill>
            <a:srgbClr val="EAEAEA">
              <a:alpha val="50000"/>
            </a:srgbClr>
          </a:solidFill>
          <a:ln w="635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24"/>
          </a:p>
        </p:txBody>
      </p:sp>
      <p:sp>
        <p:nvSpPr>
          <p:cNvPr id="12" name="Content [Comment]" hidden="1">
            <a:extLst>
              <a:ext uri="{FF2B5EF4-FFF2-40B4-BE49-F238E27FC236}">
                <a16:creationId xmlns:a16="http://schemas.microsoft.com/office/drawing/2014/main" id="{0D084DA3-FD1E-4081-9795-7F138FAB2CBE}"/>
              </a:ext>
            </a:extLst>
          </p:cNvPr>
          <p:cNvSpPr/>
          <p:nvPr userDrawn="1"/>
        </p:nvSpPr>
        <p:spPr>
          <a:xfrm>
            <a:off x="9105743" y="265212"/>
            <a:ext cx="1422130" cy="575655"/>
          </a:xfrm>
          <a:prstGeom prst="wedgeRectCallout">
            <a:avLst/>
          </a:prstGeom>
          <a:solidFill>
            <a:schemeClr val="bg2"/>
          </a:solidFill>
          <a:ln w="19050" cap="flat" cmpd="sng" algn="ctr">
            <a:solidFill>
              <a:srgbClr val="FFC76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98">
                <a:solidFill>
                  <a:schemeClr val="tx2"/>
                </a:solidFill>
              </a:rPr>
              <a:t>&lt;initials&gt; &lt;date&gt;</a:t>
            </a:r>
            <a:r>
              <a:rPr lang="en-US" sz="998" err="1">
                <a:solidFill>
                  <a:schemeClr val="tx2"/>
                </a:solidFill>
              </a:rPr>
              <a:t>yyyy</a:t>
            </a:r>
            <a:r>
              <a:rPr lang="en-US" sz="998">
                <a:solidFill>
                  <a:schemeClr val="tx2"/>
                </a:solidFill>
              </a:rPr>
              <a:t>-MM-dd </a:t>
            </a:r>
            <a:r>
              <a:rPr lang="en-US" sz="998" err="1">
                <a:solidFill>
                  <a:schemeClr val="tx2"/>
                </a:solidFill>
              </a:rPr>
              <a:t>hh:mm</a:t>
            </a:r>
            <a:r>
              <a:rPr lang="en-US" sz="998">
                <a:solidFill>
                  <a:schemeClr val="tx2"/>
                </a:solidFill>
              </a:rPr>
              <a:t>&lt;/date&gt;:</a:t>
            </a:r>
          </a:p>
        </p:txBody>
      </p:sp>
      <p:sp>
        <p:nvSpPr>
          <p:cNvPr id="13" name="Formatting [Comment]" hidden="1">
            <a:extLst>
              <a:ext uri="{FF2B5EF4-FFF2-40B4-BE49-F238E27FC236}">
                <a16:creationId xmlns:a16="http://schemas.microsoft.com/office/drawing/2014/main" id="{DF14772E-BE6F-4D13-89F5-8FAE6FAE3E90}"/>
              </a:ext>
            </a:extLst>
          </p:cNvPr>
          <p:cNvSpPr/>
          <p:nvPr userDrawn="1"/>
        </p:nvSpPr>
        <p:spPr>
          <a:xfrm>
            <a:off x="9105743" y="265212"/>
            <a:ext cx="1422130" cy="575655"/>
          </a:xfrm>
          <a:prstGeom prst="wedgeRectCallout">
            <a:avLst/>
          </a:prstGeom>
          <a:solidFill>
            <a:schemeClr val="bg2"/>
          </a:solidFill>
          <a:ln w="19050" cap="flat" cmpd="sng" algn="ctr">
            <a:solidFill>
              <a:srgbClr val="F58B4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98">
                <a:solidFill>
                  <a:schemeClr val="tx2"/>
                </a:solidFill>
              </a:rPr>
              <a:t>&lt;initials&gt; &lt;date&gt;</a:t>
            </a:r>
            <a:r>
              <a:rPr lang="en-US" sz="998" err="1">
                <a:solidFill>
                  <a:schemeClr val="tx2"/>
                </a:solidFill>
              </a:rPr>
              <a:t>yyyy</a:t>
            </a:r>
            <a:r>
              <a:rPr lang="en-US" sz="998">
                <a:solidFill>
                  <a:schemeClr val="tx2"/>
                </a:solidFill>
              </a:rPr>
              <a:t>-MM-dd </a:t>
            </a:r>
            <a:r>
              <a:rPr lang="en-US" sz="998" err="1">
                <a:solidFill>
                  <a:schemeClr val="tx2"/>
                </a:solidFill>
              </a:rPr>
              <a:t>hh:mm</a:t>
            </a:r>
            <a:r>
              <a:rPr lang="en-US" sz="998">
                <a:solidFill>
                  <a:schemeClr val="tx2"/>
                </a:solidFill>
              </a:rPr>
              <a:t>&lt;/date&gt;:</a:t>
            </a:r>
          </a:p>
        </p:txBody>
      </p:sp>
      <p:sp>
        <p:nvSpPr>
          <p:cNvPr id="14" name="Dummy [Sticker]" hidden="1">
            <a:extLst>
              <a:ext uri="{FF2B5EF4-FFF2-40B4-BE49-F238E27FC236}">
                <a16:creationId xmlns:a16="http://schemas.microsoft.com/office/drawing/2014/main" id="{06F79DFD-217C-4CAF-A426-803F810C2D4B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Dummy data</a:t>
            </a:r>
          </a:p>
        </p:txBody>
      </p:sp>
      <p:sp>
        <p:nvSpPr>
          <p:cNvPr id="15" name="Update [Sticker]" hidden="1">
            <a:extLst>
              <a:ext uri="{FF2B5EF4-FFF2-40B4-BE49-F238E27FC236}">
                <a16:creationId xmlns:a16="http://schemas.microsoft.com/office/drawing/2014/main" id="{F98573FB-65AA-4D35-8227-C46EDCC78692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Update data</a:t>
            </a:r>
          </a:p>
        </p:txBody>
      </p:sp>
      <p:sp>
        <p:nvSpPr>
          <p:cNvPr id="16" name="Responsible [Sticker]" hidden="1">
            <a:extLst>
              <a:ext uri="{FF2B5EF4-FFF2-40B4-BE49-F238E27FC236}">
                <a16:creationId xmlns:a16="http://schemas.microsoft.com/office/drawing/2014/main" id="{091E0E52-71ED-4093-B060-78DABB379E27}"/>
              </a:ext>
            </a:extLst>
          </p:cNvPr>
          <p:cNvSpPr>
            <a:spLocks/>
          </p:cNvSpPr>
          <p:nvPr userDrawn="1"/>
        </p:nvSpPr>
        <p:spPr>
          <a:xfrm>
            <a:off x="9020692" y="255715"/>
            <a:ext cx="1632499" cy="594650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Responsible: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1632" b="0">
              <a:solidFill>
                <a:schemeClr val="bg1"/>
              </a:solidFill>
            </a:endParaRPr>
          </a:p>
        </p:txBody>
      </p:sp>
      <p:sp>
        <p:nvSpPr>
          <p:cNvPr id="17" name="Final [Sticker]" hidden="1">
            <a:extLst>
              <a:ext uri="{FF2B5EF4-FFF2-40B4-BE49-F238E27FC236}">
                <a16:creationId xmlns:a16="http://schemas.microsoft.com/office/drawing/2014/main" id="{D60FDC6B-7BA4-4118-8174-A1111D1A86DF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Final</a:t>
            </a:r>
          </a:p>
        </p:txBody>
      </p:sp>
      <p:sp>
        <p:nvSpPr>
          <p:cNvPr id="18" name="Discussion [Sticker]" hidden="1">
            <a:extLst>
              <a:ext uri="{FF2B5EF4-FFF2-40B4-BE49-F238E27FC236}">
                <a16:creationId xmlns:a16="http://schemas.microsoft.com/office/drawing/2014/main" id="{27B5DC3A-0C4D-48AC-A7C6-19C70347DA43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For discussion</a:t>
            </a:r>
          </a:p>
        </p:txBody>
      </p:sp>
      <p:sp>
        <p:nvSpPr>
          <p:cNvPr id="20" name="Internal [Sticker]" hidden="1">
            <a:extLst>
              <a:ext uri="{FF2B5EF4-FFF2-40B4-BE49-F238E27FC236}">
                <a16:creationId xmlns:a16="http://schemas.microsoft.com/office/drawing/2014/main" id="{C3F62AEF-6F0D-49CF-885E-572445241FC5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Internal use only</a:t>
            </a:r>
          </a:p>
        </p:txBody>
      </p:sp>
      <p:sp>
        <p:nvSpPr>
          <p:cNvPr id="152" name="Draft [Sticker]" hidden="1">
            <a:extLst>
              <a:ext uri="{FF2B5EF4-FFF2-40B4-BE49-F238E27FC236}">
                <a16:creationId xmlns:a16="http://schemas.microsoft.com/office/drawing/2014/main" id="{863F970D-334C-4BEF-BC19-2F8990952FEA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Draft</a:t>
            </a:r>
          </a:p>
        </p:txBody>
      </p:sp>
      <p:sp>
        <p:nvSpPr>
          <p:cNvPr id="21" name="Backup [Sticker]" hidden="1">
            <a:extLst>
              <a:ext uri="{FF2B5EF4-FFF2-40B4-BE49-F238E27FC236}">
                <a16:creationId xmlns:a16="http://schemas.microsoft.com/office/drawing/2014/main" id="{6116239B-536D-4EF6-8148-96BA221809C4}"/>
              </a:ext>
            </a:extLst>
          </p:cNvPr>
          <p:cNvSpPr>
            <a:spLocks/>
          </p:cNvSpPr>
          <p:nvPr userDrawn="1"/>
        </p:nvSpPr>
        <p:spPr>
          <a:xfrm>
            <a:off x="9020692" y="243225"/>
            <a:ext cx="1632499" cy="619632"/>
          </a:xfrm>
          <a:prstGeom prst="rect">
            <a:avLst/>
          </a:prstGeom>
          <a:solidFill>
            <a:srgbClr val="D64641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32" b="1">
                <a:solidFill>
                  <a:schemeClr val="bg1"/>
                </a:solidFill>
              </a:rPr>
              <a:t>Backup</a:t>
            </a:r>
          </a:p>
        </p:txBody>
      </p:sp>
      <p:sp>
        <p:nvSpPr>
          <p:cNvPr id="151" name="INSTRUCTIONS Customize ProductivityPlus objects" hidden="1">
            <a:extLst>
              <a:ext uri="{FF2B5EF4-FFF2-40B4-BE49-F238E27FC236}">
                <a16:creationId xmlns:a16="http://schemas.microsoft.com/office/drawing/2014/main" id="{14D75303-5CB5-49A1-85EE-DB3BC2AA6D52}"/>
              </a:ext>
            </a:extLst>
          </p:cNvPr>
          <p:cNvSpPr txBox="1"/>
          <p:nvPr userDrawn="1"/>
        </p:nvSpPr>
        <p:spPr>
          <a:xfrm>
            <a:off x="7945236" y="1517539"/>
            <a:ext cx="3954606" cy="109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2"/>
              <a:t>https://support.templafy.com/hc/en-us/articles/360002452938-How-to-edit-the-design-of-the-Harvey-balls-from-the-tools-pane-</a:t>
            </a:r>
          </a:p>
        </p:txBody>
      </p:sp>
      <p:grpSp>
        <p:nvGrpSpPr>
          <p:cNvPr id="23" name="Harvey 3" hidden="1">
            <a:extLst>
              <a:ext uri="{FF2B5EF4-FFF2-40B4-BE49-F238E27FC236}">
                <a16:creationId xmlns:a16="http://schemas.microsoft.com/office/drawing/2014/main" id="{071D377C-83C8-49A0-894D-57E7D32AC506}"/>
              </a:ext>
            </a:extLst>
          </p:cNvPr>
          <p:cNvGrpSpPr>
            <a:grpSpLocks/>
          </p:cNvGrpSpPr>
          <p:nvPr userDrawn="1">
            <p:custDataLst>
              <p:tags r:id="rId10"/>
            </p:custDataLst>
          </p:nvPr>
        </p:nvGrpSpPr>
        <p:grpSpPr>
          <a:xfrm>
            <a:off x="9544940" y="667270"/>
            <a:ext cx="265379" cy="265393"/>
            <a:chOff x="0" y="0"/>
            <a:chExt cx="914400" cy="914400"/>
          </a:xfrm>
          <a:solidFill>
            <a:schemeClr val="accent2"/>
          </a:solidFill>
        </p:grpSpPr>
        <p:sp>
          <p:nvSpPr>
            <p:cNvPr id="24" name="Harvey 0/3 [0]" hidden="1">
              <a:extLst>
                <a:ext uri="{FF2B5EF4-FFF2-40B4-BE49-F238E27FC236}">
                  <a16:creationId xmlns:a16="http://schemas.microsoft.com/office/drawing/2014/main" id="{A1D7F45D-37C1-4251-8BD8-06981817CECC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25" name="Harvey 1/3 [1]">
              <a:extLst>
                <a:ext uri="{FF2B5EF4-FFF2-40B4-BE49-F238E27FC236}">
                  <a16:creationId xmlns:a16="http://schemas.microsoft.com/office/drawing/2014/main" id="{EF92E16D-608C-4CA9-943A-4A7B1085B6B5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26" name="Harvey 2/3 [2]" hidden="1">
              <a:extLst>
                <a:ext uri="{FF2B5EF4-FFF2-40B4-BE49-F238E27FC236}">
                  <a16:creationId xmlns:a16="http://schemas.microsoft.com/office/drawing/2014/main" id="{D87A715F-92F2-4DA2-9B5D-B8400676174C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27" name="Harvey 3/3 [3]" hidden="1">
              <a:extLst>
                <a:ext uri="{FF2B5EF4-FFF2-40B4-BE49-F238E27FC236}">
                  <a16:creationId xmlns:a16="http://schemas.microsoft.com/office/drawing/2014/main" id="{F4B16284-BB16-4832-827F-67A674CECE6A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Harvey 4" hidden="1">
            <a:extLst>
              <a:ext uri="{FF2B5EF4-FFF2-40B4-BE49-F238E27FC236}">
                <a16:creationId xmlns:a16="http://schemas.microsoft.com/office/drawing/2014/main" id="{7E5E865F-9D2F-49A6-BF70-ED97919FB888}"/>
              </a:ext>
            </a:extLst>
          </p:cNvPr>
          <p:cNvGrpSpPr>
            <a:grpSpLocks/>
          </p:cNvGrpSpPr>
          <p:nvPr userDrawn="1">
            <p:custDataLst>
              <p:tags r:id="rId11"/>
            </p:custDataLst>
          </p:nvPr>
        </p:nvGrpSpPr>
        <p:grpSpPr>
          <a:xfrm>
            <a:off x="10136819" y="667270"/>
            <a:ext cx="265379" cy="265393"/>
            <a:chOff x="0" y="0"/>
            <a:chExt cx="914400" cy="914400"/>
          </a:xfrm>
          <a:solidFill>
            <a:schemeClr val="accent2"/>
          </a:solidFill>
        </p:grpSpPr>
        <p:sp>
          <p:nvSpPr>
            <p:cNvPr id="29" name="Harvey 0/4 [0]" hidden="1">
              <a:extLst>
                <a:ext uri="{FF2B5EF4-FFF2-40B4-BE49-F238E27FC236}">
                  <a16:creationId xmlns:a16="http://schemas.microsoft.com/office/drawing/2014/main" id="{00C22439-064D-4106-94C4-5FF7292E4891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0" name="Harvey 1/4 [1]">
              <a:extLst>
                <a:ext uri="{FF2B5EF4-FFF2-40B4-BE49-F238E27FC236}">
                  <a16:creationId xmlns:a16="http://schemas.microsoft.com/office/drawing/2014/main" id="{37D2BB80-E2BC-43E9-B328-0ED0F24152CF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2" name="Harvey 2/4 [2]" hidden="1">
              <a:extLst>
                <a:ext uri="{FF2B5EF4-FFF2-40B4-BE49-F238E27FC236}">
                  <a16:creationId xmlns:a16="http://schemas.microsoft.com/office/drawing/2014/main" id="{E6FE060D-0096-4997-9029-D5690E01997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3" name="Harvey 3/4 [3]" hidden="1">
              <a:extLst>
                <a:ext uri="{FF2B5EF4-FFF2-40B4-BE49-F238E27FC236}">
                  <a16:creationId xmlns:a16="http://schemas.microsoft.com/office/drawing/2014/main" id="{F805B285-20CD-4F80-A4E5-41F6380931C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4" name="Harvey 4/4 [4]" hidden="1">
              <a:extLst>
                <a:ext uri="{FF2B5EF4-FFF2-40B4-BE49-F238E27FC236}">
                  <a16:creationId xmlns:a16="http://schemas.microsoft.com/office/drawing/2014/main" id="{B8D94971-5F03-4F84-8257-DB02BF5AB535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Harvey 8" hidden="1">
            <a:extLst>
              <a:ext uri="{FF2B5EF4-FFF2-40B4-BE49-F238E27FC236}">
                <a16:creationId xmlns:a16="http://schemas.microsoft.com/office/drawing/2014/main" id="{21CB7840-EEE9-4A57-8330-DC149C04F931}"/>
              </a:ext>
            </a:extLst>
          </p:cNvPr>
          <p:cNvGrpSpPr>
            <a:grpSpLocks/>
          </p:cNvGrpSpPr>
          <p:nvPr userDrawn="1">
            <p:custDataLst>
              <p:tags r:id="rId12"/>
            </p:custDataLst>
          </p:nvPr>
        </p:nvGrpSpPr>
        <p:grpSpPr>
          <a:xfrm>
            <a:off x="10728698" y="667270"/>
            <a:ext cx="265379" cy="265393"/>
            <a:chOff x="0" y="0"/>
            <a:chExt cx="914400" cy="914400"/>
          </a:xfrm>
          <a:solidFill>
            <a:schemeClr val="accent2"/>
          </a:solidFill>
        </p:grpSpPr>
        <p:sp>
          <p:nvSpPr>
            <p:cNvPr id="36" name="Harvey 0/8 [0]" hidden="1">
              <a:extLst>
                <a:ext uri="{FF2B5EF4-FFF2-40B4-BE49-F238E27FC236}">
                  <a16:creationId xmlns:a16="http://schemas.microsoft.com/office/drawing/2014/main" id="{046080E4-7CB0-4409-96B9-D2740E06E93A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7" name="Harvey 1/8 [1]">
              <a:extLst>
                <a:ext uri="{FF2B5EF4-FFF2-40B4-BE49-F238E27FC236}">
                  <a16:creationId xmlns:a16="http://schemas.microsoft.com/office/drawing/2014/main" id="{0E4F2552-3B84-4B1E-A3E9-BD49FA68C8A3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8" name="Harvey 2/8 [2]" hidden="1">
              <a:extLst>
                <a:ext uri="{FF2B5EF4-FFF2-40B4-BE49-F238E27FC236}">
                  <a16:creationId xmlns:a16="http://schemas.microsoft.com/office/drawing/2014/main" id="{0137FAB4-C6FB-4122-9212-9F69A4F0104C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39" name="Harvey 3/8 [3]" hidden="1">
              <a:extLst>
                <a:ext uri="{FF2B5EF4-FFF2-40B4-BE49-F238E27FC236}">
                  <a16:creationId xmlns:a16="http://schemas.microsoft.com/office/drawing/2014/main" id="{A49B98E4-CF05-4786-87D7-02B0A1ACDFBA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40" name="Harvey 4/8 [4]" hidden="1">
              <a:extLst>
                <a:ext uri="{FF2B5EF4-FFF2-40B4-BE49-F238E27FC236}">
                  <a16:creationId xmlns:a16="http://schemas.microsoft.com/office/drawing/2014/main" id="{AD3E1235-4DF3-4373-8AC9-313DFF4391FE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41" name="Harvey 5/8 [5]" hidden="1">
              <a:extLst>
                <a:ext uri="{FF2B5EF4-FFF2-40B4-BE49-F238E27FC236}">
                  <a16:creationId xmlns:a16="http://schemas.microsoft.com/office/drawing/2014/main" id="{8BF8A6EA-3C0F-4BEC-9E2D-1F248EEEABD2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42" name="Harvey 6/8 [6]" hidden="1">
              <a:extLst>
                <a:ext uri="{FF2B5EF4-FFF2-40B4-BE49-F238E27FC236}">
                  <a16:creationId xmlns:a16="http://schemas.microsoft.com/office/drawing/2014/main" id="{A7E1699D-C2C9-48F9-BEC0-3D8C5B055727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43" name="Harvey 7/8 [7]" hidden="1">
              <a:extLst>
                <a:ext uri="{FF2B5EF4-FFF2-40B4-BE49-F238E27FC236}">
                  <a16:creationId xmlns:a16="http://schemas.microsoft.com/office/drawing/2014/main" id="{213D2D9C-F255-4E54-BD20-25BA6F87C00F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  <p:sp>
          <p:nvSpPr>
            <p:cNvPr id="44" name="Harvey 8/8 [8]" hidden="1">
              <a:extLst>
                <a:ext uri="{FF2B5EF4-FFF2-40B4-BE49-F238E27FC236}">
                  <a16:creationId xmlns:a16="http://schemas.microsoft.com/office/drawing/2014/main" id="{63FF89B9-501F-409A-AF89-BE3274947E6A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Harvey 100" hidden="1">
            <a:extLst>
              <a:ext uri="{FF2B5EF4-FFF2-40B4-BE49-F238E27FC236}">
                <a16:creationId xmlns:a16="http://schemas.microsoft.com/office/drawing/2014/main" id="{D94805F3-A7EE-4FFF-AAF2-C3DDAB5C2AD2}"/>
              </a:ext>
            </a:extLst>
          </p:cNvPr>
          <p:cNvGrpSpPr/>
          <p:nvPr userDrawn="1">
            <p:custDataLst>
              <p:tags r:id="rId13"/>
            </p:custDataLst>
          </p:nvPr>
        </p:nvGrpSpPr>
        <p:grpSpPr>
          <a:xfrm>
            <a:off x="11320577" y="667270"/>
            <a:ext cx="265379" cy="265393"/>
            <a:chOff x="4334905" y="3282696"/>
            <a:chExt cx="292608" cy="292608"/>
          </a:xfrm>
          <a:solidFill>
            <a:schemeClr val="accent2"/>
          </a:solidFill>
        </p:grpSpPr>
        <p:sp>
          <p:nvSpPr>
            <p:cNvPr id="46" name="Harvey 0/100 [0]" hidden="1">
              <a:extLst>
                <a:ext uri="{FF2B5EF4-FFF2-40B4-BE49-F238E27FC236}">
                  <a16:creationId xmlns:a16="http://schemas.microsoft.com/office/drawing/2014/main" id="{1D14D670-AEBA-4415-9D77-1EC6D7320163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47" name="Harvey 1/100 [1]">
              <a:extLst>
                <a:ext uri="{FF2B5EF4-FFF2-40B4-BE49-F238E27FC236}">
                  <a16:creationId xmlns:a16="http://schemas.microsoft.com/office/drawing/2014/main" id="{E764E7CD-9463-46C9-94A4-93F0B4CBE97E}"/>
                </a:ext>
              </a:extLst>
            </p:cNvPr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48" name="Harvey 2/100 [2]" hidden="1">
              <a:extLst>
                <a:ext uri="{FF2B5EF4-FFF2-40B4-BE49-F238E27FC236}">
                  <a16:creationId xmlns:a16="http://schemas.microsoft.com/office/drawing/2014/main" id="{78BA7683-8535-47F1-A490-5FBF9132363B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49" name="Harvey 3/100 [3]" hidden="1">
              <a:extLst>
                <a:ext uri="{FF2B5EF4-FFF2-40B4-BE49-F238E27FC236}">
                  <a16:creationId xmlns:a16="http://schemas.microsoft.com/office/drawing/2014/main" id="{C8DD9F26-EE6C-4DC9-85E4-6B378D1F1325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0" name="Harvey 4/100 [4]" hidden="1">
              <a:extLst>
                <a:ext uri="{FF2B5EF4-FFF2-40B4-BE49-F238E27FC236}">
                  <a16:creationId xmlns:a16="http://schemas.microsoft.com/office/drawing/2014/main" id="{D26EDC53-45DE-47D6-A92E-68CE8427AB33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1" name="Harvey 5/100 [5]" hidden="1">
              <a:extLst>
                <a:ext uri="{FF2B5EF4-FFF2-40B4-BE49-F238E27FC236}">
                  <a16:creationId xmlns:a16="http://schemas.microsoft.com/office/drawing/2014/main" id="{E6463E6D-F7BF-4903-97B8-BA091985DA0B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2" name="Harvey 6/100 [6]" hidden="1">
              <a:extLst>
                <a:ext uri="{FF2B5EF4-FFF2-40B4-BE49-F238E27FC236}">
                  <a16:creationId xmlns:a16="http://schemas.microsoft.com/office/drawing/2014/main" id="{D5527B60-2B7B-4AE5-873C-CCDCECA52754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3" name="Harvey 7/100 [7]" hidden="1">
              <a:extLst>
                <a:ext uri="{FF2B5EF4-FFF2-40B4-BE49-F238E27FC236}">
                  <a16:creationId xmlns:a16="http://schemas.microsoft.com/office/drawing/2014/main" id="{0D199EDA-3910-4EC5-B7C0-D338D3182922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4" name="Harvey 8/100 [8]" hidden="1">
              <a:extLst>
                <a:ext uri="{FF2B5EF4-FFF2-40B4-BE49-F238E27FC236}">
                  <a16:creationId xmlns:a16="http://schemas.microsoft.com/office/drawing/2014/main" id="{69279733-1DB5-41D6-908D-FE5D98D6FB14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5" name="Harvey 9/100 [9]" hidden="1">
              <a:extLst>
                <a:ext uri="{FF2B5EF4-FFF2-40B4-BE49-F238E27FC236}">
                  <a16:creationId xmlns:a16="http://schemas.microsoft.com/office/drawing/2014/main" id="{B3A912D3-5F7F-430D-9515-4D97AD1B5D37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6" name="Harvey 10/100 [10]" hidden="1">
              <a:extLst>
                <a:ext uri="{FF2B5EF4-FFF2-40B4-BE49-F238E27FC236}">
                  <a16:creationId xmlns:a16="http://schemas.microsoft.com/office/drawing/2014/main" id="{4FDA2658-A924-4232-9D3F-1C5F4579C135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7" name="Harvey 11/100 [11]" hidden="1">
              <a:extLst>
                <a:ext uri="{FF2B5EF4-FFF2-40B4-BE49-F238E27FC236}">
                  <a16:creationId xmlns:a16="http://schemas.microsoft.com/office/drawing/2014/main" id="{9B6E0B2C-D8F8-41F2-BF2C-2C69EC9B8970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8" name="Harvey 12/100 [12]" hidden="1">
              <a:extLst>
                <a:ext uri="{FF2B5EF4-FFF2-40B4-BE49-F238E27FC236}">
                  <a16:creationId xmlns:a16="http://schemas.microsoft.com/office/drawing/2014/main" id="{4CFB8744-0A9A-46BD-931F-A4B55DFBF3A9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59" name="Harvey 13/100 [13]" hidden="1">
              <a:extLst>
                <a:ext uri="{FF2B5EF4-FFF2-40B4-BE49-F238E27FC236}">
                  <a16:creationId xmlns:a16="http://schemas.microsoft.com/office/drawing/2014/main" id="{96963698-4830-42A5-AA50-FDF62F7E678B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0" name="Harvey 14/100 [14]" hidden="1">
              <a:extLst>
                <a:ext uri="{FF2B5EF4-FFF2-40B4-BE49-F238E27FC236}">
                  <a16:creationId xmlns:a16="http://schemas.microsoft.com/office/drawing/2014/main" id="{942412FE-943B-47EB-A373-EEF6E73FBF4C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1" name="Harvey 15/100 [15]" hidden="1">
              <a:extLst>
                <a:ext uri="{FF2B5EF4-FFF2-40B4-BE49-F238E27FC236}">
                  <a16:creationId xmlns:a16="http://schemas.microsoft.com/office/drawing/2014/main" id="{D7CC2F42-06DE-4D1A-BD19-2DCE2AB8552C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2" name="Harvey 16/100 [16]" hidden="1">
              <a:extLst>
                <a:ext uri="{FF2B5EF4-FFF2-40B4-BE49-F238E27FC236}">
                  <a16:creationId xmlns:a16="http://schemas.microsoft.com/office/drawing/2014/main" id="{F098F622-B4C1-4DC7-98BD-E568AB4AA372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3" name="Harvey 17/100 [17]" hidden="1">
              <a:extLst>
                <a:ext uri="{FF2B5EF4-FFF2-40B4-BE49-F238E27FC236}">
                  <a16:creationId xmlns:a16="http://schemas.microsoft.com/office/drawing/2014/main" id="{B5C35ACB-9CFD-416E-BA7D-E5D68A61CED5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4" name="Harvey 18/100 [18]" hidden="1">
              <a:extLst>
                <a:ext uri="{FF2B5EF4-FFF2-40B4-BE49-F238E27FC236}">
                  <a16:creationId xmlns:a16="http://schemas.microsoft.com/office/drawing/2014/main" id="{ED8DA3DA-24BC-4C1E-8A8F-239413B719CF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5" name="Harvey 19/100 [19]" hidden="1">
              <a:extLst>
                <a:ext uri="{FF2B5EF4-FFF2-40B4-BE49-F238E27FC236}">
                  <a16:creationId xmlns:a16="http://schemas.microsoft.com/office/drawing/2014/main" id="{FBDAEB8B-C91E-4E8C-B7AE-CBE695B624B8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6" name="Harvey 20/100 [20]" hidden="1">
              <a:extLst>
                <a:ext uri="{FF2B5EF4-FFF2-40B4-BE49-F238E27FC236}">
                  <a16:creationId xmlns:a16="http://schemas.microsoft.com/office/drawing/2014/main" id="{F4E8434F-7E6D-4C43-8BFE-BC8CD35C6F77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7" name="Harvey 21/100 [21]" hidden="1">
              <a:extLst>
                <a:ext uri="{FF2B5EF4-FFF2-40B4-BE49-F238E27FC236}">
                  <a16:creationId xmlns:a16="http://schemas.microsoft.com/office/drawing/2014/main" id="{0525B74C-7F5E-41A5-8019-77E38C3EE53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8" name="Harvey 22/100 [22]" hidden="1">
              <a:extLst>
                <a:ext uri="{FF2B5EF4-FFF2-40B4-BE49-F238E27FC236}">
                  <a16:creationId xmlns:a16="http://schemas.microsoft.com/office/drawing/2014/main" id="{0E583063-EF39-485E-88E6-11BC079BDB62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69" name="Harvey 23/100 [23]" hidden="1">
              <a:extLst>
                <a:ext uri="{FF2B5EF4-FFF2-40B4-BE49-F238E27FC236}">
                  <a16:creationId xmlns:a16="http://schemas.microsoft.com/office/drawing/2014/main" id="{2A232550-D22F-47E1-8415-B5D4714799F6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0" name="Harvey 24/100 [24]" hidden="1">
              <a:extLst>
                <a:ext uri="{FF2B5EF4-FFF2-40B4-BE49-F238E27FC236}">
                  <a16:creationId xmlns:a16="http://schemas.microsoft.com/office/drawing/2014/main" id="{9FD9F56A-D0A2-41E4-94E8-6F7BCC8C8D13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1" name="Harvey 25/100 [25]" hidden="1">
              <a:extLst>
                <a:ext uri="{FF2B5EF4-FFF2-40B4-BE49-F238E27FC236}">
                  <a16:creationId xmlns:a16="http://schemas.microsoft.com/office/drawing/2014/main" id="{7B7318B9-A301-4483-8BF3-EFDFD8A5CCE4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2" name="Harvey 26/100 [26]" hidden="1">
              <a:extLst>
                <a:ext uri="{FF2B5EF4-FFF2-40B4-BE49-F238E27FC236}">
                  <a16:creationId xmlns:a16="http://schemas.microsoft.com/office/drawing/2014/main" id="{3014F56C-E7E8-453B-A98E-0D132466A013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3" name="Harvey 27/100 [27]" hidden="1">
              <a:extLst>
                <a:ext uri="{FF2B5EF4-FFF2-40B4-BE49-F238E27FC236}">
                  <a16:creationId xmlns:a16="http://schemas.microsoft.com/office/drawing/2014/main" id="{0BF5B0CB-4D79-4B4C-BAEC-6C62BBD7E856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4" name="Harvey 28/100 [28]" hidden="1">
              <a:extLst>
                <a:ext uri="{FF2B5EF4-FFF2-40B4-BE49-F238E27FC236}">
                  <a16:creationId xmlns:a16="http://schemas.microsoft.com/office/drawing/2014/main" id="{49ABB409-6ECE-45FE-AC6A-8FDEA5AAF72F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5" name="Harvey 29/100 [29]" hidden="1">
              <a:extLst>
                <a:ext uri="{FF2B5EF4-FFF2-40B4-BE49-F238E27FC236}">
                  <a16:creationId xmlns:a16="http://schemas.microsoft.com/office/drawing/2014/main" id="{FBA17C7E-2A69-4346-BEF7-A34412349269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6" name="Harvey 30/100 [30]" hidden="1">
              <a:extLst>
                <a:ext uri="{FF2B5EF4-FFF2-40B4-BE49-F238E27FC236}">
                  <a16:creationId xmlns:a16="http://schemas.microsoft.com/office/drawing/2014/main" id="{165D0565-6CAF-4627-87E7-C3BBEE4F526D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7" name="Harvey 31/100 [31]" hidden="1">
              <a:extLst>
                <a:ext uri="{FF2B5EF4-FFF2-40B4-BE49-F238E27FC236}">
                  <a16:creationId xmlns:a16="http://schemas.microsoft.com/office/drawing/2014/main" id="{B42DA70A-55BE-4CFF-8736-D1EDF4BE453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8" name="Harvey 32/100 [32]" hidden="1">
              <a:extLst>
                <a:ext uri="{FF2B5EF4-FFF2-40B4-BE49-F238E27FC236}">
                  <a16:creationId xmlns:a16="http://schemas.microsoft.com/office/drawing/2014/main" id="{FF7F0838-EE49-4A35-9395-0D43E8AF809D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79" name="Harvey 33/100 [33]" hidden="1">
              <a:extLst>
                <a:ext uri="{FF2B5EF4-FFF2-40B4-BE49-F238E27FC236}">
                  <a16:creationId xmlns:a16="http://schemas.microsoft.com/office/drawing/2014/main" id="{87702330-AC5C-4532-88AD-BB2189C48CA5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0" name="Harvey 34/100 [34]" hidden="1">
              <a:extLst>
                <a:ext uri="{FF2B5EF4-FFF2-40B4-BE49-F238E27FC236}">
                  <a16:creationId xmlns:a16="http://schemas.microsoft.com/office/drawing/2014/main" id="{5FD38D65-251C-45B0-871E-287881F7EFAA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1" name="Harvey 35/100 [35]" hidden="1">
              <a:extLst>
                <a:ext uri="{FF2B5EF4-FFF2-40B4-BE49-F238E27FC236}">
                  <a16:creationId xmlns:a16="http://schemas.microsoft.com/office/drawing/2014/main" id="{503C9B02-550C-456A-BB0B-314EF64C1DF9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2" name="Harvey 36/100 [36]" hidden="1">
              <a:extLst>
                <a:ext uri="{FF2B5EF4-FFF2-40B4-BE49-F238E27FC236}">
                  <a16:creationId xmlns:a16="http://schemas.microsoft.com/office/drawing/2014/main" id="{953ED935-1EB5-4E2C-A911-29713CD3B048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3" name="Harvey 37/100 [37]" hidden="1">
              <a:extLst>
                <a:ext uri="{FF2B5EF4-FFF2-40B4-BE49-F238E27FC236}">
                  <a16:creationId xmlns:a16="http://schemas.microsoft.com/office/drawing/2014/main" id="{5918D091-D8DC-494C-B0EE-71FA13BD81BF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4" name="Harvey 38/100 [38]" hidden="1">
              <a:extLst>
                <a:ext uri="{FF2B5EF4-FFF2-40B4-BE49-F238E27FC236}">
                  <a16:creationId xmlns:a16="http://schemas.microsoft.com/office/drawing/2014/main" id="{C5646576-1CCD-4DC0-BC6F-BAB950E5FBDC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5" name="Harvey 39/100 [39]" hidden="1">
              <a:extLst>
                <a:ext uri="{FF2B5EF4-FFF2-40B4-BE49-F238E27FC236}">
                  <a16:creationId xmlns:a16="http://schemas.microsoft.com/office/drawing/2014/main" id="{43BBCDD1-AD79-4B08-B783-BF1617A00B97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6" name="Harvey 40/100 [40]" hidden="1">
              <a:extLst>
                <a:ext uri="{FF2B5EF4-FFF2-40B4-BE49-F238E27FC236}">
                  <a16:creationId xmlns:a16="http://schemas.microsoft.com/office/drawing/2014/main" id="{FBD69947-0130-431E-8709-ACDACE7C76A1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7" name="Harvey 41/100 [41]" hidden="1">
              <a:extLst>
                <a:ext uri="{FF2B5EF4-FFF2-40B4-BE49-F238E27FC236}">
                  <a16:creationId xmlns:a16="http://schemas.microsoft.com/office/drawing/2014/main" id="{19F896B1-2EFB-4D7D-9C60-E0010E0CE12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8" name="Harvey 42/100 [42]" hidden="1">
              <a:extLst>
                <a:ext uri="{FF2B5EF4-FFF2-40B4-BE49-F238E27FC236}">
                  <a16:creationId xmlns:a16="http://schemas.microsoft.com/office/drawing/2014/main" id="{ECD99131-7A62-470B-B8BD-44C8B327F3C8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89" name="Harvey 43/100 [43]" hidden="1">
              <a:extLst>
                <a:ext uri="{FF2B5EF4-FFF2-40B4-BE49-F238E27FC236}">
                  <a16:creationId xmlns:a16="http://schemas.microsoft.com/office/drawing/2014/main" id="{21AA2965-A9A1-44F6-A49E-79E9DB6218A3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0" name="Harvey 44/100 [44]" hidden="1">
              <a:extLst>
                <a:ext uri="{FF2B5EF4-FFF2-40B4-BE49-F238E27FC236}">
                  <a16:creationId xmlns:a16="http://schemas.microsoft.com/office/drawing/2014/main" id="{61364AF6-A2B9-4E7C-AE49-BED73EE8811E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1" name="Harvey 45/100 [45]" hidden="1">
              <a:extLst>
                <a:ext uri="{FF2B5EF4-FFF2-40B4-BE49-F238E27FC236}">
                  <a16:creationId xmlns:a16="http://schemas.microsoft.com/office/drawing/2014/main" id="{F4DA7081-2CE2-4F5D-8ED2-265245095769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2" name="Harvey 46/100 [46]" hidden="1">
              <a:extLst>
                <a:ext uri="{FF2B5EF4-FFF2-40B4-BE49-F238E27FC236}">
                  <a16:creationId xmlns:a16="http://schemas.microsoft.com/office/drawing/2014/main" id="{1E3430D9-0557-4389-ADFE-3944D4EC7876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3" name="Harvey 47/100 [47]" hidden="1">
              <a:extLst>
                <a:ext uri="{FF2B5EF4-FFF2-40B4-BE49-F238E27FC236}">
                  <a16:creationId xmlns:a16="http://schemas.microsoft.com/office/drawing/2014/main" id="{C2AB3DBC-D2BF-4843-9796-7D0E60902CF7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4" name="Harvey 48/100 [48]" hidden="1">
              <a:extLst>
                <a:ext uri="{FF2B5EF4-FFF2-40B4-BE49-F238E27FC236}">
                  <a16:creationId xmlns:a16="http://schemas.microsoft.com/office/drawing/2014/main" id="{2AC7D3A9-B130-4B73-9F84-FF65EFA90A0D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5" name="Harvey 49/100 [49]" hidden="1">
              <a:extLst>
                <a:ext uri="{FF2B5EF4-FFF2-40B4-BE49-F238E27FC236}">
                  <a16:creationId xmlns:a16="http://schemas.microsoft.com/office/drawing/2014/main" id="{76F82ED8-AE15-4CE2-AE95-FB2705CFE145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6" name="Harvey 50/100 [50]" hidden="1">
              <a:extLst>
                <a:ext uri="{FF2B5EF4-FFF2-40B4-BE49-F238E27FC236}">
                  <a16:creationId xmlns:a16="http://schemas.microsoft.com/office/drawing/2014/main" id="{0F5708D1-8782-4940-9E21-BC00FDE19AFB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7" name="Harvey 51/100 [51]" hidden="1">
              <a:extLst>
                <a:ext uri="{FF2B5EF4-FFF2-40B4-BE49-F238E27FC236}">
                  <a16:creationId xmlns:a16="http://schemas.microsoft.com/office/drawing/2014/main" id="{0B776587-2FA8-4FFE-A7AE-ADF1F94E851E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8" name="Harvey 52/100 [52]" hidden="1">
              <a:extLst>
                <a:ext uri="{FF2B5EF4-FFF2-40B4-BE49-F238E27FC236}">
                  <a16:creationId xmlns:a16="http://schemas.microsoft.com/office/drawing/2014/main" id="{4CB93FD3-AC02-49BD-AA12-9527870B4947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99" name="Harvey 53/100 [53]" hidden="1">
              <a:extLst>
                <a:ext uri="{FF2B5EF4-FFF2-40B4-BE49-F238E27FC236}">
                  <a16:creationId xmlns:a16="http://schemas.microsoft.com/office/drawing/2014/main" id="{C9329281-7BF4-45CD-B669-19DF36280803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3" name="Harvey 54/100 [54]" hidden="1">
              <a:extLst>
                <a:ext uri="{FF2B5EF4-FFF2-40B4-BE49-F238E27FC236}">
                  <a16:creationId xmlns:a16="http://schemas.microsoft.com/office/drawing/2014/main" id="{C596C32B-3CC3-400F-8135-D4641E94B8C1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4" name="Harvey 55/100 [55]" hidden="1">
              <a:extLst>
                <a:ext uri="{FF2B5EF4-FFF2-40B4-BE49-F238E27FC236}">
                  <a16:creationId xmlns:a16="http://schemas.microsoft.com/office/drawing/2014/main" id="{85868E47-BD77-4D70-B1CE-F24D05947DD0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5" name="Harvey 56/100 [56]" hidden="1">
              <a:extLst>
                <a:ext uri="{FF2B5EF4-FFF2-40B4-BE49-F238E27FC236}">
                  <a16:creationId xmlns:a16="http://schemas.microsoft.com/office/drawing/2014/main" id="{ECDD5E69-A62E-4FF5-8C41-B4EBA953E81F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6" name="Harvey 57/100 [57]" hidden="1">
              <a:extLst>
                <a:ext uri="{FF2B5EF4-FFF2-40B4-BE49-F238E27FC236}">
                  <a16:creationId xmlns:a16="http://schemas.microsoft.com/office/drawing/2014/main" id="{9C3E5B74-E098-40C0-A583-9B7A12E57448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7" name="Harvey 58/100 [58]" hidden="1">
              <a:extLst>
                <a:ext uri="{FF2B5EF4-FFF2-40B4-BE49-F238E27FC236}">
                  <a16:creationId xmlns:a16="http://schemas.microsoft.com/office/drawing/2014/main" id="{F574152B-993B-425C-8B43-74A42FFBA2C7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8" name="Harvey 59/100 [59]" hidden="1">
              <a:extLst>
                <a:ext uri="{FF2B5EF4-FFF2-40B4-BE49-F238E27FC236}">
                  <a16:creationId xmlns:a16="http://schemas.microsoft.com/office/drawing/2014/main" id="{8A01AD4D-B6E2-4781-A14D-EF8BA08E0318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09" name="Harvey 60/100 [60]" hidden="1">
              <a:extLst>
                <a:ext uri="{FF2B5EF4-FFF2-40B4-BE49-F238E27FC236}">
                  <a16:creationId xmlns:a16="http://schemas.microsoft.com/office/drawing/2014/main" id="{BA864186-64B8-414E-81B7-6FD9F84A6DA0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0" name="Harvey 61/100 [61]" hidden="1">
              <a:extLst>
                <a:ext uri="{FF2B5EF4-FFF2-40B4-BE49-F238E27FC236}">
                  <a16:creationId xmlns:a16="http://schemas.microsoft.com/office/drawing/2014/main" id="{2448225B-0253-4E57-A74A-4593FBE05787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1" name="Harvey 62/100 [62]" hidden="1">
              <a:extLst>
                <a:ext uri="{FF2B5EF4-FFF2-40B4-BE49-F238E27FC236}">
                  <a16:creationId xmlns:a16="http://schemas.microsoft.com/office/drawing/2014/main" id="{7DE8FA27-EEAA-4897-BD9B-A489DE50FC37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2" name="Harvey 63/100 [63]" hidden="1">
              <a:extLst>
                <a:ext uri="{FF2B5EF4-FFF2-40B4-BE49-F238E27FC236}">
                  <a16:creationId xmlns:a16="http://schemas.microsoft.com/office/drawing/2014/main" id="{3A55B80D-FCED-4C8D-A574-580654EA0C63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3" name="Harvey 64/100 [64]" hidden="1">
              <a:extLst>
                <a:ext uri="{FF2B5EF4-FFF2-40B4-BE49-F238E27FC236}">
                  <a16:creationId xmlns:a16="http://schemas.microsoft.com/office/drawing/2014/main" id="{DE2BA7FC-5E67-4778-B3EA-E57E40F232F9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4" name="Harvey 65/100 [65]" hidden="1">
              <a:extLst>
                <a:ext uri="{FF2B5EF4-FFF2-40B4-BE49-F238E27FC236}">
                  <a16:creationId xmlns:a16="http://schemas.microsoft.com/office/drawing/2014/main" id="{1BC4FEEA-A049-42BA-8A85-3FA527CE44F3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5" name="Harvey 66/100 [66]" hidden="1">
              <a:extLst>
                <a:ext uri="{FF2B5EF4-FFF2-40B4-BE49-F238E27FC236}">
                  <a16:creationId xmlns:a16="http://schemas.microsoft.com/office/drawing/2014/main" id="{8EEC36E9-4BB7-4E3A-AB04-C9B999F245D4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6" name="Harvey 67/100 [67]" hidden="1">
              <a:extLst>
                <a:ext uri="{FF2B5EF4-FFF2-40B4-BE49-F238E27FC236}">
                  <a16:creationId xmlns:a16="http://schemas.microsoft.com/office/drawing/2014/main" id="{1918EC99-6D63-4DC5-9581-9847CE300E96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7" name="Harvey 68/100 [68]" hidden="1">
              <a:extLst>
                <a:ext uri="{FF2B5EF4-FFF2-40B4-BE49-F238E27FC236}">
                  <a16:creationId xmlns:a16="http://schemas.microsoft.com/office/drawing/2014/main" id="{98FD403B-93AA-46DE-B8B3-99F8593103FE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8" name="Harvey 69/100 [69]" hidden="1">
              <a:extLst>
                <a:ext uri="{FF2B5EF4-FFF2-40B4-BE49-F238E27FC236}">
                  <a16:creationId xmlns:a16="http://schemas.microsoft.com/office/drawing/2014/main" id="{6C8DECE9-B870-4CD9-8D6A-D208A64E9DE1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19" name="Harvey 70/100 [70]" hidden="1">
              <a:extLst>
                <a:ext uri="{FF2B5EF4-FFF2-40B4-BE49-F238E27FC236}">
                  <a16:creationId xmlns:a16="http://schemas.microsoft.com/office/drawing/2014/main" id="{3A174A8A-46C9-4698-908B-F2EE9A649FF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0" name="Harvey 71/100 [71]" hidden="1">
              <a:extLst>
                <a:ext uri="{FF2B5EF4-FFF2-40B4-BE49-F238E27FC236}">
                  <a16:creationId xmlns:a16="http://schemas.microsoft.com/office/drawing/2014/main" id="{3742BAD9-0BA8-495E-A141-9D283423D14D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1" name="Harvey 72/100 [72]" hidden="1">
              <a:extLst>
                <a:ext uri="{FF2B5EF4-FFF2-40B4-BE49-F238E27FC236}">
                  <a16:creationId xmlns:a16="http://schemas.microsoft.com/office/drawing/2014/main" id="{9FCA97B7-6D15-469C-BDA6-65EE36FC2421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2" name="Harvey 73/100 [73]" hidden="1">
              <a:extLst>
                <a:ext uri="{FF2B5EF4-FFF2-40B4-BE49-F238E27FC236}">
                  <a16:creationId xmlns:a16="http://schemas.microsoft.com/office/drawing/2014/main" id="{807CF8C3-D094-4440-B8A8-7C4086600556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3" name="Harvey 74/100 [74]" hidden="1">
              <a:extLst>
                <a:ext uri="{FF2B5EF4-FFF2-40B4-BE49-F238E27FC236}">
                  <a16:creationId xmlns:a16="http://schemas.microsoft.com/office/drawing/2014/main" id="{3D312ACD-3D30-40C5-920A-303F5BE73E29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4" name="Harvey 75/100 [75]" hidden="1">
              <a:extLst>
                <a:ext uri="{FF2B5EF4-FFF2-40B4-BE49-F238E27FC236}">
                  <a16:creationId xmlns:a16="http://schemas.microsoft.com/office/drawing/2014/main" id="{6E333635-85D3-477C-BE5D-9721A9C87442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5" name="Harvey 76/100 [76]" hidden="1">
              <a:extLst>
                <a:ext uri="{FF2B5EF4-FFF2-40B4-BE49-F238E27FC236}">
                  <a16:creationId xmlns:a16="http://schemas.microsoft.com/office/drawing/2014/main" id="{2B84CFE0-880B-4270-AC2A-378E374A6F85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6" name="Harvey 77/100 [77]" hidden="1">
              <a:extLst>
                <a:ext uri="{FF2B5EF4-FFF2-40B4-BE49-F238E27FC236}">
                  <a16:creationId xmlns:a16="http://schemas.microsoft.com/office/drawing/2014/main" id="{5EC252E3-E98D-4296-8DC7-7BBC79E6739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8" name="Harvey 78/100 [78]" hidden="1">
              <a:extLst>
                <a:ext uri="{FF2B5EF4-FFF2-40B4-BE49-F238E27FC236}">
                  <a16:creationId xmlns:a16="http://schemas.microsoft.com/office/drawing/2014/main" id="{34597CD2-AE17-4AC4-BDDA-42E5F11EA4BD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29" name="Harvey 79/100 [79]" hidden="1">
              <a:extLst>
                <a:ext uri="{FF2B5EF4-FFF2-40B4-BE49-F238E27FC236}">
                  <a16:creationId xmlns:a16="http://schemas.microsoft.com/office/drawing/2014/main" id="{43513FFB-4D4F-4C2C-9058-B6ADA9B77223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0" name="Harvey 80/100 [80]" hidden="1">
              <a:extLst>
                <a:ext uri="{FF2B5EF4-FFF2-40B4-BE49-F238E27FC236}">
                  <a16:creationId xmlns:a16="http://schemas.microsoft.com/office/drawing/2014/main" id="{3E74A731-2B8E-4D2E-96CD-33C320AE9F02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1" name="Harvey 81/100 [81]" hidden="1">
              <a:extLst>
                <a:ext uri="{FF2B5EF4-FFF2-40B4-BE49-F238E27FC236}">
                  <a16:creationId xmlns:a16="http://schemas.microsoft.com/office/drawing/2014/main" id="{395EB164-04F7-4605-8A9B-F5E95495C740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2" name="Harvey 82/100 [82]" hidden="1">
              <a:extLst>
                <a:ext uri="{FF2B5EF4-FFF2-40B4-BE49-F238E27FC236}">
                  <a16:creationId xmlns:a16="http://schemas.microsoft.com/office/drawing/2014/main" id="{8C403123-B106-4593-A5DB-715C0F7A040C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3" name="Harvey 83/100 [83]" hidden="1">
              <a:extLst>
                <a:ext uri="{FF2B5EF4-FFF2-40B4-BE49-F238E27FC236}">
                  <a16:creationId xmlns:a16="http://schemas.microsoft.com/office/drawing/2014/main" id="{4224C58E-8FED-4FD0-A482-89B385D7E115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4" name="Harvey 84/100 [84]" hidden="1">
              <a:extLst>
                <a:ext uri="{FF2B5EF4-FFF2-40B4-BE49-F238E27FC236}">
                  <a16:creationId xmlns:a16="http://schemas.microsoft.com/office/drawing/2014/main" id="{D23B6783-C615-4CE8-A797-BD40BBC9A7DB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5" name="Harvey 85/100 [85]" hidden="1">
              <a:extLst>
                <a:ext uri="{FF2B5EF4-FFF2-40B4-BE49-F238E27FC236}">
                  <a16:creationId xmlns:a16="http://schemas.microsoft.com/office/drawing/2014/main" id="{81CE860D-5A97-49C1-B57D-755C5D3831A3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6" name="Harvey 86/100 [86]" hidden="1">
              <a:extLst>
                <a:ext uri="{FF2B5EF4-FFF2-40B4-BE49-F238E27FC236}">
                  <a16:creationId xmlns:a16="http://schemas.microsoft.com/office/drawing/2014/main" id="{2479714A-163E-46E4-98A7-E027DBFE57FD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7" name="Harvey 87/100 [87]" hidden="1">
              <a:extLst>
                <a:ext uri="{FF2B5EF4-FFF2-40B4-BE49-F238E27FC236}">
                  <a16:creationId xmlns:a16="http://schemas.microsoft.com/office/drawing/2014/main" id="{63FA2A77-8C97-455F-A3B2-B7E0EC337A8B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8" name="Harvey 88/100 [88]" hidden="1">
              <a:extLst>
                <a:ext uri="{FF2B5EF4-FFF2-40B4-BE49-F238E27FC236}">
                  <a16:creationId xmlns:a16="http://schemas.microsoft.com/office/drawing/2014/main" id="{76A90925-6AF6-4906-A319-B3182200475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39" name="Harvey 89/100 [89]" hidden="1">
              <a:extLst>
                <a:ext uri="{FF2B5EF4-FFF2-40B4-BE49-F238E27FC236}">
                  <a16:creationId xmlns:a16="http://schemas.microsoft.com/office/drawing/2014/main" id="{0850D05B-A5F1-4DF2-BE72-115B6768BE60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0" name="Harvey 90/100 [90]" hidden="1">
              <a:extLst>
                <a:ext uri="{FF2B5EF4-FFF2-40B4-BE49-F238E27FC236}">
                  <a16:creationId xmlns:a16="http://schemas.microsoft.com/office/drawing/2014/main" id="{D37E5497-C2F8-493B-BE7A-6237593E394E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1" name="Harvey 91/100 [91]" hidden="1">
              <a:extLst>
                <a:ext uri="{FF2B5EF4-FFF2-40B4-BE49-F238E27FC236}">
                  <a16:creationId xmlns:a16="http://schemas.microsoft.com/office/drawing/2014/main" id="{7C256B67-028D-417A-BF9E-950DCD694CF2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2" name="Harvey 92/100 [92]" hidden="1">
              <a:extLst>
                <a:ext uri="{FF2B5EF4-FFF2-40B4-BE49-F238E27FC236}">
                  <a16:creationId xmlns:a16="http://schemas.microsoft.com/office/drawing/2014/main" id="{90115D0F-8E12-492E-9494-96B5D3C111AB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3" name="Harvey 93/100 [93]" hidden="1">
              <a:extLst>
                <a:ext uri="{FF2B5EF4-FFF2-40B4-BE49-F238E27FC236}">
                  <a16:creationId xmlns:a16="http://schemas.microsoft.com/office/drawing/2014/main" id="{475AE4EB-8026-4D3E-AE9A-005A809A00C6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4" name="Harvey 94/100 [94]" hidden="1">
              <a:extLst>
                <a:ext uri="{FF2B5EF4-FFF2-40B4-BE49-F238E27FC236}">
                  <a16:creationId xmlns:a16="http://schemas.microsoft.com/office/drawing/2014/main" id="{E1AEC727-5D60-487A-811D-3044852AFEE8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5" name="Harvey 95/100 [95]" hidden="1">
              <a:extLst>
                <a:ext uri="{FF2B5EF4-FFF2-40B4-BE49-F238E27FC236}">
                  <a16:creationId xmlns:a16="http://schemas.microsoft.com/office/drawing/2014/main" id="{4DC5CA71-AC5E-4CE3-8599-9659DCA9B338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7" name="Harvey 96/100 [96]" hidden="1">
              <a:extLst>
                <a:ext uri="{FF2B5EF4-FFF2-40B4-BE49-F238E27FC236}">
                  <a16:creationId xmlns:a16="http://schemas.microsoft.com/office/drawing/2014/main" id="{02B169BD-62A9-4406-90CD-2F27A408849F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8" name="Harvey 97/100 [97]" hidden="1">
              <a:extLst>
                <a:ext uri="{FF2B5EF4-FFF2-40B4-BE49-F238E27FC236}">
                  <a16:creationId xmlns:a16="http://schemas.microsoft.com/office/drawing/2014/main" id="{66EC144D-A72B-437C-AABF-6B3AE6258344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49" name="Harvey 98/100 [98]" hidden="1">
              <a:extLst>
                <a:ext uri="{FF2B5EF4-FFF2-40B4-BE49-F238E27FC236}">
                  <a16:creationId xmlns:a16="http://schemas.microsoft.com/office/drawing/2014/main" id="{3FD9AB3C-C73B-4ADF-AAFC-CF4E1238F6E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50" name="Harvey 99/100 [99]" hidden="1">
              <a:extLst>
                <a:ext uri="{FF2B5EF4-FFF2-40B4-BE49-F238E27FC236}">
                  <a16:creationId xmlns:a16="http://schemas.microsoft.com/office/drawing/2014/main" id="{EDA506CF-2E87-41DD-B763-D8008A9A3614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  <p:sp>
          <p:nvSpPr>
            <p:cNvPr id="153" name="Harvey 100/100 [100]" hidden="1">
              <a:extLst>
                <a:ext uri="{FF2B5EF4-FFF2-40B4-BE49-F238E27FC236}">
                  <a16:creationId xmlns:a16="http://schemas.microsoft.com/office/drawing/2014/main" id="{83B4E271-BC38-47D9-AC5F-679941407376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accent2"/>
              </a:solidFill>
            </a:ln>
          </p:spPr>
          <p:txBody>
            <a:bodyPr/>
            <a:lstStyle/>
            <a:p>
              <a:endParaRPr lang="en-US" sz="1632"/>
            </a:p>
          </p:txBody>
        </p:sp>
      </p:grpSp>
      <p:sp>
        <p:nvSpPr>
          <p:cNvPr id="156" name="text" descr="{&quot;templafy&quot;:{&quot;id&quot;:&quot;fb03c1cb-530b-45dc-864c-735aaae008df&quot;}}" hidden="1" title="text">
            <a:extLst>
              <a:ext uri="{FF2B5EF4-FFF2-40B4-BE49-F238E27FC236}">
                <a16:creationId xmlns:a16="http://schemas.microsoft.com/office/drawing/2014/main" id="{4A0ECF2A-95D0-4F12-9494-539BD853C463}"/>
              </a:ext>
            </a:extLst>
          </p:cNvPr>
          <p:cNvSpPr txBox="1"/>
          <p:nvPr userDrawn="1"/>
        </p:nvSpPr>
        <p:spPr>
          <a:xfrm>
            <a:off x="2895947" y="6618114"/>
            <a:ext cx="6400106" cy="8795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8pPr marL="0" lvl="7" algn="r" defTabSz="1007943">
              <a:lnSpc>
                <a:spcPct val="90000"/>
              </a:lnSpc>
              <a:spcBef>
                <a:spcPts val="551"/>
              </a:spcBef>
              <a:defRPr sz="700" baseline="0"/>
            </a:lvl8pPr>
          </a:lstStyle>
          <a:p>
            <a:pPr lvl="7" algn="ctr">
              <a:buFontTx/>
              <a:buNone/>
            </a:pPr>
            <a:r>
              <a:rPr lang="en-US" sz="726" i="0">
                <a:solidFill>
                  <a:schemeClr val="tx2"/>
                </a:solidFill>
                <a:latin typeface="+mj-lt"/>
              </a:rPr>
              <a:t>Confidential  </a:t>
            </a:r>
          </a:p>
        </p:txBody>
      </p:sp>
      <p:sp>
        <p:nvSpPr>
          <p:cNvPr id="154" name="TextBox" hidden="1">
            <a:extLst>
              <a:ext uri="{FF2B5EF4-FFF2-40B4-BE49-F238E27FC236}">
                <a16:creationId xmlns:a16="http://schemas.microsoft.com/office/drawing/2014/main" id="{F0D3DFB6-6F70-49D4-A467-486FFBCB10A8}"/>
              </a:ext>
            </a:extLst>
          </p:cNvPr>
          <p:cNvSpPr txBox="1">
            <a:spLocks/>
          </p:cNvSpPr>
          <p:nvPr userDrawn="1"/>
        </p:nvSpPr>
        <p:spPr>
          <a:xfrm>
            <a:off x="9165440" y="1241910"/>
            <a:ext cx="2634262" cy="52242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67212" rtl="0" eaLnBrk="1" latinLnBrk="0" hangingPunct="1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2000" b="1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12672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12672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Wingdings 2" panose="05020102010507070707" pitchFamily="18" charset="2"/>
              <a:buChar char=""/>
              <a:defRPr lang="en-US" sz="200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12672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Source Sans Pro" panose="020B0503030403020204" pitchFamily="34" charset="0"/>
              <a:buChar char="—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12672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Source Sans Pro" panose="020B0503030403020204" pitchFamily="34" charset="0"/>
              <a:buChar char="—"/>
              <a:defRPr lang="en-US" sz="16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1267212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2000" b="1" i="0" kern="1200" dirty="0">
                <a:solidFill>
                  <a:schemeClr val="tx2"/>
                </a:solidFill>
                <a:latin typeface="+mn-lt"/>
                <a:ea typeface="+mn-ea"/>
                <a:cs typeface="Segoe UI Semibold" panose="020B0702040204020203" pitchFamily="34" charset="0"/>
              </a:defRPr>
            </a:lvl6pPr>
            <a:lvl7pPr marL="0" indent="0" algn="l" defTabSz="1267212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2000" b="0" i="1" kern="1200" baseline="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7pPr>
            <a:lvl8pPr marL="0" indent="0" algn="l" defTabSz="1267212" rtl="0" eaLnBrk="1" latinLnBrk="0" hangingPunct="1">
              <a:lnSpc>
                <a:spcPct val="110000"/>
              </a:lnSpc>
              <a:spcBef>
                <a:spcPts val="300"/>
              </a:spcBef>
              <a:buFont typeface="Source Sans Pro" panose="020B0604020202020204" pitchFamily="34" charset="0"/>
              <a:buNone/>
              <a:tabLst/>
              <a:defRPr sz="12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126721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lphaLcParenR"/>
              <a:defRPr sz="120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14"/>
              <a:t>Click to add text</a:t>
            </a:r>
          </a:p>
          <a:p>
            <a:pPr lvl="1"/>
            <a:r>
              <a:rPr lang="en-US" sz="1814"/>
              <a:t>Second level</a:t>
            </a:r>
          </a:p>
          <a:p>
            <a:pPr lvl="2"/>
            <a:r>
              <a:rPr lang="en-US" sz="1814"/>
              <a:t>Third level</a:t>
            </a:r>
          </a:p>
          <a:p>
            <a:pPr lvl="3"/>
            <a:r>
              <a:rPr lang="en-US" sz="1632"/>
              <a:t>Fourth level</a:t>
            </a:r>
          </a:p>
          <a:p>
            <a:pPr lvl="4"/>
            <a:r>
              <a:rPr lang="en-US" sz="1451"/>
              <a:t>Fifth level</a:t>
            </a:r>
          </a:p>
          <a:p>
            <a:pPr lvl="5"/>
            <a:r>
              <a:rPr lang="en-US" sz="1814"/>
              <a:t>Sixth level</a:t>
            </a:r>
          </a:p>
          <a:p>
            <a:pPr lvl="6"/>
            <a:r>
              <a:rPr lang="en-US" sz="1814"/>
              <a:t>Seventh level</a:t>
            </a:r>
          </a:p>
          <a:p>
            <a:pPr lvl="7"/>
            <a:r>
              <a:rPr lang="en-US" sz="1088"/>
              <a:t>Eighth level</a:t>
            </a:r>
          </a:p>
          <a:p>
            <a:pPr lvl="8"/>
            <a:r>
              <a:rPr lang="en-US" sz="1088"/>
              <a:t>Ninth level</a:t>
            </a:r>
          </a:p>
        </p:txBody>
      </p:sp>
      <p:pic>
        <p:nvPicPr>
          <p:cNvPr id="4" name="Immagine 13">
            <a:extLst>
              <a:ext uri="{FF2B5EF4-FFF2-40B4-BE49-F238E27FC236}">
                <a16:creationId xmlns:a16="http://schemas.microsoft.com/office/drawing/2014/main" id="{4472B218-A653-D7C5-08E7-06A2A7B229C7}"/>
              </a:ext>
            </a:extLst>
          </p:cNvPr>
          <p:cNvPicPr>
            <a:picLocks noChangeAspect="1"/>
          </p:cNvPicPr>
          <p:nvPr userDrawn="1"/>
        </p:nvPicPr>
        <p:blipFill>
          <a:blip r:embed="rId1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857" y="236756"/>
            <a:ext cx="1097439" cy="23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</p:sldLayoutIdLst>
  <p:txStyles>
    <p:titleStyle>
      <a:lvl1pPr algn="l" defTabSz="1149235" rtl="0" eaLnBrk="1" latinLnBrk="0" hangingPunct="1">
        <a:lnSpc>
          <a:spcPct val="100000"/>
        </a:lnSpc>
        <a:spcBef>
          <a:spcPct val="0"/>
        </a:spcBef>
        <a:buNone/>
        <a:defRPr sz="2177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149235" rtl="0" eaLnBrk="1" latinLnBrk="0" hangingPunct="1">
        <a:lnSpc>
          <a:spcPct val="110000"/>
        </a:lnSpc>
        <a:spcBef>
          <a:spcPts val="1632"/>
        </a:spcBef>
        <a:spcAft>
          <a:spcPts val="544"/>
        </a:spcAft>
        <a:buFont typeface="Source Sans Pro" panose="020B0604020202020204" pitchFamily="34" charset="0"/>
        <a:buNone/>
        <a:defRPr sz="1814" b="1" i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1149235" rtl="0" eaLnBrk="1" latinLnBrk="0" hangingPunct="1">
        <a:lnSpc>
          <a:spcPct val="110000"/>
        </a:lnSpc>
        <a:spcBef>
          <a:spcPts val="0"/>
        </a:spcBef>
        <a:spcAft>
          <a:spcPts val="544"/>
        </a:spcAft>
        <a:buFont typeface="Source Sans Pro" panose="020B0604020202020204" pitchFamily="34" charset="0"/>
        <a:buNone/>
        <a:defRPr sz="1814" kern="1200">
          <a:solidFill>
            <a:schemeClr val="tx2"/>
          </a:solidFill>
          <a:latin typeface="+mn-lt"/>
          <a:ea typeface="+mn-ea"/>
          <a:cs typeface="+mn-cs"/>
        </a:defRPr>
      </a:lvl2pPr>
      <a:lvl3pPr marL="195890" indent="-195890" algn="l" defTabSz="1149235" rtl="0" eaLnBrk="1" latinLnBrk="0" hangingPunct="1">
        <a:lnSpc>
          <a:spcPct val="110000"/>
        </a:lnSpc>
        <a:spcBef>
          <a:spcPts val="0"/>
        </a:spcBef>
        <a:spcAft>
          <a:spcPts val="544"/>
        </a:spcAft>
        <a:buClr>
          <a:schemeClr val="tx2"/>
        </a:buClr>
        <a:buSzPct val="80000"/>
        <a:buFont typeface="Wingdings 2" panose="05020102010507070707" pitchFamily="18" charset="2"/>
        <a:buChar char=""/>
        <a:defRPr lang="en-US" sz="1814" i="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391781" indent="-195890" algn="l" defTabSz="1149235" rtl="0" eaLnBrk="1" latinLnBrk="0" hangingPunct="1">
        <a:lnSpc>
          <a:spcPct val="110000"/>
        </a:lnSpc>
        <a:spcBef>
          <a:spcPts val="0"/>
        </a:spcBef>
        <a:spcAft>
          <a:spcPts val="544"/>
        </a:spcAft>
        <a:buClr>
          <a:schemeClr val="tx2"/>
        </a:buClr>
        <a:buSzPct val="80000"/>
        <a:buFont typeface="Source Sans Pro" panose="020B0503030403020204" pitchFamily="34" charset="0"/>
        <a:buChar char="—"/>
        <a:defRPr lang="en-US" sz="1632" kern="1200" dirty="0">
          <a:solidFill>
            <a:schemeClr val="tx2"/>
          </a:solidFill>
          <a:latin typeface="+mn-lt"/>
          <a:ea typeface="+mn-ea"/>
          <a:cs typeface="+mn-cs"/>
        </a:defRPr>
      </a:lvl4pPr>
      <a:lvl5pPr marL="587671" indent="-195890" algn="l" defTabSz="1149235" rtl="0" eaLnBrk="1" latinLnBrk="0" hangingPunct="1">
        <a:lnSpc>
          <a:spcPct val="110000"/>
        </a:lnSpc>
        <a:spcBef>
          <a:spcPts val="0"/>
        </a:spcBef>
        <a:spcAft>
          <a:spcPts val="544"/>
        </a:spcAft>
        <a:buClr>
          <a:schemeClr val="tx2"/>
        </a:buClr>
        <a:buSzPct val="80000"/>
        <a:buFont typeface="Source Sans Pro" panose="020B0503030403020204" pitchFamily="34" charset="0"/>
        <a:buChar char="—"/>
        <a:defRPr lang="en-US" sz="1451" kern="1200" baseline="0" dirty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1149235" rtl="0" eaLnBrk="1" latinLnBrk="0" hangingPunct="1">
        <a:lnSpc>
          <a:spcPct val="100000"/>
        </a:lnSpc>
        <a:spcBef>
          <a:spcPts val="544"/>
        </a:spcBef>
        <a:spcAft>
          <a:spcPts val="272"/>
        </a:spcAft>
        <a:buClr>
          <a:schemeClr val="tx1"/>
        </a:buClr>
        <a:buSzPct val="70000"/>
        <a:buFont typeface="Wingdings" panose="05000000000000000000" pitchFamily="2" charset="2"/>
        <a:buNone/>
        <a:defRPr lang="en-US" sz="1814" b="1" i="0" kern="1200" dirty="0">
          <a:solidFill>
            <a:schemeClr val="tx2"/>
          </a:solidFill>
          <a:latin typeface="+mn-lt"/>
          <a:ea typeface="+mn-ea"/>
          <a:cs typeface="Segoe UI Semibold" panose="020B0702040204020203" pitchFamily="34" charset="0"/>
        </a:defRPr>
      </a:lvl6pPr>
      <a:lvl7pPr marL="0" indent="0" algn="l" defTabSz="1149235" rtl="0" eaLnBrk="1" latinLnBrk="0" hangingPunct="1">
        <a:lnSpc>
          <a:spcPct val="110000"/>
        </a:lnSpc>
        <a:spcBef>
          <a:spcPts val="544"/>
        </a:spcBef>
        <a:spcAft>
          <a:spcPts val="272"/>
        </a:spcAft>
        <a:buClr>
          <a:schemeClr val="tx1"/>
        </a:buClr>
        <a:buSzPct val="70000"/>
        <a:buFont typeface="Wingdings" panose="05000000000000000000" pitchFamily="2" charset="2"/>
        <a:buNone/>
        <a:defRPr lang="en-US" sz="1814" b="0" i="1" kern="1200" baseline="0" dirty="0">
          <a:solidFill>
            <a:schemeClr val="accent3"/>
          </a:solidFill>
          <a:latin typeface="+mj-lt"/>
          <a:ea typeface="+mn-ea"/>
          <a:cs typeface="+mn-cs"/>
        </a:defRPr>
      </a:lvl7pPr>
      <a:lvl8pPr marL="0" indent="0" algn="l" defTabSz="1149235" rtl="0" eaLnBrk="1" latinLnBrk="0" hangingPunct="1">
        <a:lnSpc>
          <a:spcPct val="110000"/>
        </a:lnSpc>
        <a:spcBef>
          <a:spcPts val="272"/>
        </a:spcBef>
        <a:buFont typeface="Source Sans Pro" panose="020B0604020202020204" pitchFamily="34" charset="0"/>
        <a:buNone/>
        <a:tabLst/>
        <a:defRPr sz="1088" b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195890" indent="-195890" algn="l" defTabSz="1149235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chemeClr val="tx2"/>
        </a:buClr>
        <a:buFont typeface="+mj-lt"/>
        <a:buAutoNum type="alphaLcParenR"/>
        <a:defRPr sz="1088" i="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1444703" rtl="0" eaLnBrk="1" latinLnBrk="0" hangingPunct="1">
        <a:lnSpc>
          <a:spcPct val="110000"/>
        </a:lnSpc>
        <a:spcBef>
          <a:spcPts val="1596"/>
        </a:spcBef>
        <a:spcAft>
          <a:spcPts val="684"/>
        </a:spcAft>
        <a:buFont typeface="Source Sans Pro" panose="020B0604020202020204" pitchFamily="34" charset="0"/>
        <a:buNone/>
        <a:defRPr sz="1824" i="0" kern="1200">
          <a:solidFill>
            <a:schemeClr val="accent2"/>
          </a:solidFill>
          <a:latin typeface="Source Sans Pro" panose="020B0603030403020204"/>
          <a:ea typeface="+mn-ea"/>
          <a:cs typeface="+mn-cs"/>
        </a:defRPr>
      </a:lvl1pPr>
      <a:lvl2pPr marL="0" indent="0" algn="l" defTabSz="1444703" rtl="0" eaLnBrk="1" latinLnBrk="0" hangingPunct="1">
        <a:lnSpc>
          <a:spcPct val="110000"/>
        </a:lnSpc>
        <a:spcBef>
          <a:spcPts val="0"/>
        </a:spcBef>
        <a:spcAft>
          <a:spcPts val="684"/>
        </a:spcAft>
        <a:buFont typeface="Source Sans Pro" panose="020B0604020202020204" pitchFamily="34" charset="0"/>
        <a:buNone/>
        <a:defRPr sz="1824" kern="1200">
          <a:solidFill>
            <a:schemeClr val="tx1"/>
          </a:solidFill>
          <a:latin typeface="Source Sans Pro" panose="020B0403030403020204" pitchFamily="34" charset="0"/>
          <a:ea typeface="+mn-ea"/>
          <a:cs typeface="+mn-cs"/>
        </a:defRPr>
      </a:lvl2pPr>
      <a:lvl3pPr marL="246254" indent="-246254" algn="l" defTabSz="1444703" rtl="0" eaLnBrk="1" latinLnBrk="0" hangingPunct="1">
        <a:lnSpc>
          <a:spcPct val="110000"/>
        </a:lnSpc>
        <a:spcBef>
          <a:spcPts val="0"/>
        </a:spcBef>
        <a:spcAft>
          <a:spcPts val="684"/>
        </a:spcAft>
        <a:buClr>
          <a:schemeClr val="tx1"/>
        </a:buClr>
        <a:buSzPct val="75000"/>
        <a:buFont typeface="Wingdings" panose="02000505000000020004" pitchFamily="50" charset="0"/>
        <a:buChar char="•"/>
        <a:defRPr lang="en-US" sz="1824" i="0" kern="1200" dirty="0">
          <a:solidFill>
            <a:schemeClr val="tx1"/>
          </a:solidFill>
          <a:latin typeface="Source Sans Pro" panose="020B0403030403020204" pitchFamily="34" charset="0"/>
          <a:ea typeface="+mn-ea"/>
          <a:cs typeface="+mn-cs"/>
        </a:defRPr>
      </a:lvl3pPr>
      <a:lvl4pPr marL="492507" indent="-246254" algn="l" defTabSz="1444703" rtl="0" eaLnBrk="1" latinLnBrk="0" hangingPunct="1">
        <a:lnSpc>
          <a:spcPct val="110000"/>
        </a:lnSpc>
        <a:spcBef>
          <a:spcPts val="0"/>
        </a:spcBef>
        <a:spcAft>
          <a:spcPts val="684"/>
        </a:spcAft>
        <a:buClr>
          <a:schemeClr val="tx1"/>
        </a:buClr>
        <a:buSzPct val="60000"/>
        <a:buFont typeface="Wingdings" panose="05000000000000000000" pitchFamily="2" charset="2"/>
        <a:buChar char="l"/>
        <a:defRPr lang="en-US" sz="1369" kern="1200" dirty="0">
          <a:solidFill>
            <a:schemeClr val="tx1"/>
          </a:solidFill>
          <a:latin typeface="Source Sans Pro" panose="020B0403030403020204" pitchFamily="34" charset="0"/>
          <a:ea typeface="+mn-ea"/>
          <a:cs typeface="+mn-cs"/>
        </a:defRPr>
      </a:lvl4pPr>
      <a:lvl5pPr marL="738762" indent="-246254" algn="l" defTabSz="1444703" rtl="0" eaLnBrk="1" latinLnBrk="0" hangingPunct="1">
        <a:lnSpc>
          <a:spcPct val="110000"/>
        </a:lnSpc>
        <a:spcBef>
          <a:spcPts val="0"/>
        </a:spcBef>
        <a:spcAft>
          <a:spcPts val="684"/>
        </a:spcAft>
        <a:buClr>
          <a:schemeClr val="tx1"/>
        </a:buClr>
        <a:buSzPct val="60000"/>
        <a:buFont typeface="Wingdings" panose="05000000000000000000" pitchFamily="2" charset="2"/>
        <a:buChar char="l"/>
        <a:defRPr lang="en-US" sz="1254" kern="1200" baseline="0" dirty="0">
          <a:solidFill>
            <a:schemeClr val="tx1"/>
          </a:solidFill>
          <a:latin typeface="Source Sans Pro" panose="020B0403030403020204" pitchFamily="34" charset="0"/>
          <a:ea typeface="+mn-ea"/>
          <a:cs typeface="+mn-cs"/>
        </a:defRPr>
      </a:lvl5pPr>
      <a:lvl6pPr marL="0" indent="0" algn="l" defTabSz="1444703" rtl="0" eaLnBrk="1" latinLnBrk="0" hangingPunct="1">
        <a:lnSpc>
          <a:spcPct val="100000"/>
        </a:lnSpc>
        <a:spcBef>
          <a:spcPts val="1140"/>
        </a:spcBef>
        <a:spcAft>
          <a:spcPts val="228"/>
        </a:spcAft>
        <a:buClr>
          <a:schemeClr val="tx1"/>
        </a:buClr>
        <a:buSzPct val="70000"/>
        <a:buFont typeface="Wingdings" panose="05000000000000000000" pitchFamily="2" charset="2"/>
        <a:buNone/>
        <a:defRPr lang="en-US" sz="1824" i="0" kern="1200" dirty="0">
          <a:solidFill>
            <a:schemeClr val="tx1"/>
          </a:solidFill>
          <a:latin typeface="Source Sans Pro" panose="020B0603030403020204"/>
          <a:ea typeface="+mn-ea"/>
          <a:cs typeface="+mn-cs"/>
        </a:defRPr>
      </a:lvl6pPr>
      <a:lvl7pPr marL="0" indent="0" algn="l" defTabSz="1444703" rtl="0" eaLnBrk="1" latinLnBrk="0" hangingPunct="1">
        <a:lnSpc>
          <a:spcPct val="110000"/>
        </a:lnSpc>
        <a:spcBef>
          <a:spcPts val="684"/>
        </a:spcBef>
        <a:spcAft>
          <a:spcPts val="228"/>
        </a:spcAft>
        <a:buClr>
          <a:schemeClr val="tx1"/>
        </a:buClr>
        <a:buSzPct val="70000"/>
        <a:buFont typeface="Wingdings" panose="05000000000000000000" pitchFamily="2" charset="2"/>
        <a:buNone/>
        <a:defRPr lang="en-US" sz="1824" b="0" i="1" kern="1200" baseline="0" dirty="0">
          <a:solidFill>
            <a:schemeClr val="accent3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1444703" rtl="0" eaLnBrk="1" latinLnBrk="0" hangingPunct="1">
        <a:lnSpc>
          <a:spcPct val="110000"/>
        </a:lnSpc>
        <a:spcBef>
          <a:spcPts val="228"/>
        </a:spcBef>
        <a:buFont typeface="Source Sans Pro" panose="020B0604020202020204" pitchFamily="34" charset="0"/>
        <a:buNone/>
        <a:tabLst/>
        <a:defRPr sz="1197" kern="1200" baseline="0">
          <a:solidFill>
            <a:schemeClr val="tx1"/>
          </a:solidFill>
          <a:latin typeface="+mj-lt"/>
          <a:ea typeface="+mn-ea"/>
          <a:cs typeface="+mn-cs"/>
        </a:defRPr>
      </a:lvl8pPr>
      <a:lvl9pPr marL="257971" indent="-257971" algn="l" defTabSz="1444703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AutoNum type="alphaLcParenR"/>
        <a:defRPr sz="1197" i="0" kern="1200">
          <a:solidFill>
            <a:schemeClr val="tx1"/>
          </a:solidFill>
          <a:latin typeface="Source Sans Pro" panose="020B0403030403020204" pitchFamily="34" charset="0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4">
          <p15:clr>
            <a:srgbClr val="547EBF"/>
          </p15:clr>
        </p15:guide>
        <p15:guide id="2" pos="8196">
          <p15:clr>
            <a:srgbClr val="547EBF"/>
          </p15:clr>
        </p15:guide>
        <p15:guide id="3" pos="272">
          <p15:clr>
            <a:srgbClr val="547EBF"/>
          </p15:clr>
        </p15:guide>
        <p15:guide id="4" pos="4290">
          <p15:clr>
            <a:srgbClr val="547EBF"/>
          </p15:clr>
        </p15:guide>
        <p15:guide id="5" pos="4177">
          <p15:clr>
            <a:srgbClr val="547EBF"/>
          </p15:clr>
        </p15:guide>
        <p15:guide id="6" pos="6158">
          <p15:clr>
            <a:srgbClr val="547EBF"/>
          </p15:clr>
        </p15:guide>
        <p15:guide id="7" pos="6270">
          <p15:clr>
            <a:srgbClr val="547EBF"/>
          </p15:clr>
        </p15:guide>
        <p15:guide id="8" pos="6215">
          <p15:clr>
            <a:srgbClr val="547EBF"/>
          </p15:clr>
        </p15:guide>
        <p15:guide id="9" pos="2197">
          <p15:clr>
            <a:srgbClr val="547EBF"/>
          </p15:clr>
        </p15:guide>
        <p15:guide id="10" pos="2311">
          <p15:clr>
            <a:srgbClr val="547EBF"/>
          </p15:clr>
        </p15:guide>
        <p15:guide id="11" pos="2255">
          <p15:clr>
            <a:srgbClr val="547EBF"/>
          </p15:clr>
        </p15:guide>
        <p15:guide id="12" orient="horz" pos="4490">
          <p15:clr>
            <a:srgbClr val="547EBF"/>
          </p15:clr>
        </p15:guide>
        <p15:guide id="13" orient="horz" pos="861">
          <p15:clr>
            <a:srgbClr val="547EBF"/>
          </p15:clr>
        </p15:guide>
        <p15:guide id="14" orient="horz" pos="543">
          <p15:clr>
            <a:srgbClr val="547EBF"/>
          </p15:clr>
        </p15:guide>
        <p15:guide id="15" orient="horz" pos="339">
          <p15:clr>
            <a:srgbClr val="547EBF"/>
          </p15:clr>
        </p15:guide>
        <p15:guide id="16" orient="horz" pos="2676">
          <p15:clr>
            <a:srgbClr val="547EBF"/>
          </p15:clr>
        </p15:guide>
        <p15:guide id="17" orient="horz" pos="2619">
          <p15:clr>
            <a:srgbClr val="547EBF"/>
          </p15:clr>
        </p15:guide>
        <p15:guide id="18" orient="horz" pos="2732">
          <p15:clr>
            <a:srgbClr val="547EBF"/>
          </p15:clr>
        </p15:guide>
        <p15:guide id="19" orient="horz" pos="1735">
          <p15:clr>
            <a:srgbClr val="547EBF"/>
          </p15:clr>
        </p15:guide>
        <p15:guide id="20" orient="horz" pos="1792">
          <p15:clr>
            <a:srgbClr val="547EBF"/>
          </p15:clr>
        </p15:guide>
        <p15:guide id="21" orient="horz" pos="1678">
          <p15:clr>
            <a:srgbClr val="547EBF"/>
          </p15:clr>
        </p15:guide>
        <p15:guide id="22" orient="horz" pos="3616">
          <p15:clr>
            <a:srgbClr val="547EBF"/>
          </p15:clr>
        </p15:guide>
        <p15:guide id="23" orient="horz" pos="3560">
          <p15:clr>
            <a:srgbClr val="547EBF"/>
          </p15:clr>
        </p15:guide>
        <p15:guide id="24" orient="horz" pos="3673">
          <p15:clr>
            <a:srgbClr val="547EBF"/>
          </p15:clr>
        </p15:guide>
        <p15:guide id="25" orient="horz" pos="4763">
          <p15:clr>
            <a:srgbClr val="547EBF"/>
          </p15:clr>
        </p15:guide>
        <p15:guide id="26" orient="horz" pos="4671">
          <p15:clr>
            <a:srgbClr val="547EBF"/>
          </p15:clr>
        </p15:guide>
        <p15:guide id="27" orient="horz" pos="458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1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2.png"/><Relationship Id="rId2" Type="http://schemas.openxmlformats.org/officeDocument/2006/relationships/tags" Target="../tags/tag12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emf"/><Relationship Id="rId11" Type="http://schemas.openxmlformats.org/officeDocument/2006/relationships/image" Target="../media/image3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1.png"/><Relationship Id="rId4" Type="http://schemas.openxmlformats.org/officeDocument/2006/relationships/image" Target="../media/image31.jpe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1.png"/><Relationship Id="rId2" Type="http://schemas.openxmlformats.org/officeDocument/2006/relationships/tags" Target="../tags/tag12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6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1.png"/><Relationship Id="rId2" Type="http://schemas.openxmlformats.org/officeDocument/2006/relationships/tags" Target="../tags/tag12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1.png"/><Relationship Id="rId2" Type="http://schemas.openxmlformats.org/officeDocument/2006/relationships/tags" Target="../tags/tag12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jpeg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1.xml"/><Relationship Id="rId12" Type="http://schemas.openxmlformats.org/officeDocument/2006/relationships/image" Target="../media/image43.png"/><Relationship Id="rId2" Type="http://schemas.openxmlformats.org/officeDocument/2006/relationships/tags" Target="../tags/tag12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jpeg"/><Relationship Id="rId11" Type="http://schemas.openxmlformats.org/officeDocument/2006/relationships/image" Target="../media/image42.svg"/><Relationship Id="rId5" Type="http://schemas.openxmlformats.org/officeDocument/2006/relationships/image" Target="../media/image1.emf"/><Relationship Id="rId1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40.svg"/><Relationship Id="rId1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0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A0F8E18C-6DB4-8B34-E6CB-9F32D71BD9FF}"/>
              </a:ext>
            </a:extLst>
          </p:cNvPr>
          <p:cNvSpPr/>
          <p:nvPr/>
        </p:nvSpPr>
        <p:spPr>
          <a:xfrm>
            <a:off x="10536890" y="33025"/>
            <a:ext cx="1630048" cy="6530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32">
              <a:solidFill>
                <a:schemeClr val="bg2"/>
              </a:solidFill>
            </a:endParaRPr>
          </a:p>
        </p:txBody>
      </p:sp>
      <p:pic>
        <p:nvPicPr>
          <p:cNvPr id="1026" name="Immagine 3">
            <a:extLst>
              <a:ext uri="{FF2B5EF4-FFF2-40B4-BE49-F238E27FC236}">
                <a16:creationId xmlns:a16="http://schemas.microsoft.com/office/drawing/2014/main" id="{442F659A-4810-00EC-2531-4F15B189D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819150"/>
            <a:ext cx="9591675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817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B8A55B-6D87-EC96-65E6-FE713AD46A5A}"/>
              </a:ext>
            </a:extLst>
          </p:cNvPr>
          <p:cNvSpPr txBox="1"/>
          <p:nvPr/>
        </p:nvSpPr>
        <p:spPr>
          <a:xfrm>
            <a:off x="489788" y="660288"/>
            <a:ext cx="868955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800" b="1">
                <a:solidFill>
                  <a:schemeClr val="bg1"/>
                </a:solidFill>
                <a:latin typeface="Calibri"/>
                <a:cs typeface="Calibri"/>
              </a:rPr>
              <a:t>Ridurre</a:t>
            </a:r>
            <a:r>
              <a:rPr lang="it-IT" sz="2800" b="1" i="0">
                <a:solidFill>
                  <a:schemeClr val="bg1"/>
                </a:solidFill>
                <a:effectLst/>
                <a:latin typeface="Calibri"/>
                <a:cs typeface="Calibri"/>
              </a:rPr>
              <a:t> l’impatto degli shock asimmetrici</a:t>
            </a:r>
            <a:endParaRPr lang="it-IT" sz="2800" b="1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C1210-6C6B-C739-5874-5EB1905BE707}"/>
              </a:ext>
            </a:extLst>
          </p:cNvPr>
          <p:cNvSpPr txBox="1"/>
          <p:nvPr/>
        </p:nvSpPr>
        <p:spPr>
          <a:xfrm>
            <a:off x="6494587" y="1881272"/>
            <a:ext cx="6094226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>
                <a:solidFill>
                  <a:schemeClr val="bg1"/>
                </a:solidFill>
                <a:latin typeface="WordVisi_MSFontService"/>
              </a:rPr>
              <a:t>Allocare efficientemente risorse limitate</a:t>
            </a:r>
          </a:p>
        </p:txBody>
      </p:sp>
      <p:pic>
        <p:nvPicPr>
          <p:cNvPr id="7" name="Elemento grafico 7" descr="Dollaro con riempimento a tinta unita">
            <a:extLst>
              <a:ext uri="{FF2B5EF4-FFF2-40B4-BE49-F238E27FC236}">
                <a16:creationId xmlns:a16="http://schemas.microsoft.com/office/drawing/2014/main" id="{08B35079-A2DD-7797-BC1E-30E00AA59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3215" y="1807213"/>
            <a:ext cx="737191" cy="737191"/>
          </a:xfrm>
          <a:prstGeom prst="rect">
            <a:avLst/>
          </a:prstGeom>
        </p:spPr>
      </p:pic>
      <p:pic>
        <p:nvPicPr>
          <p:cNvPr id="8" name="Elemento grafico 8" descr="Grafico di tendenza al ribasso con riempimento a tinta unita">
            <a:extLst>
              <a:ext uri="{FF2B5EF4-FFF2-40B4-BE49-F238E27FC236}">
                <a16:creationId xmlns:a16="http://schemas.microsoft.com/office/drawing/2014/main" id="{1F786930-D74D-A914-EBFE-A8A0B081E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3215" y="3191420"/>
            <a:ext cx="772633" cy="772633"/>
          </a:xfrm>
          <a:prstGeom prst="rect">
            <a:avLst/>
          </a:prstGeom>
        </p:spPr>
      </p:pic>
      <p:pic>
        <p:nvPicPr>
          <p:cNvPr id="10" name="Elemento grafico 10" descr="Stretta di mano con riempimento a tinta unita">
            <a:extLst>
              <a:ext uri="{FF2B5EF4-FFF2-40B4-BE49-F238E27FC236}">
                <a16:creationId xmlns:a16="http://schemas.microsoft.com/office/drawing/2014/main" id="{1F15D000-EB1A-A992-0D88-9FEDBA8CF5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3215" y="4611069"/>
            <a:ext cx="843517" cy="861237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7C3DEB25-FE1E-F464-3AF4-D7F07226D2E4}"/>
              </a:ext>
            </a:extLst>
          </p:cNvPr>
          <p:cNvSpPr txBox="1"/>
          <p:nvPr/>
        </p:nvSpPr>
        <p:spPr>
          <a:xfrm>
            <a:off x="6494587" y="3283200"/>
            <a:ext cx="6094226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>
                <a:solidFill>
                  <a:schemeClr val="bg1"/>
                </a:solidFill>
                <a:latin typeface="WordVisi_MSFontService"/>
              </a:rPr>
              <a:t>Ridurre gli sprechi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11ABAAF-EC4B-4A7B-8C0A-53B0688A1B0F}"/>
              </a:ext>
            </a:extLst>
          </p:cNvPr>
          <p:cNvSpPr txBox="1"/>
          <p:nvPr/>
        </p:nvSpPr>
        <p:spPr>
          <a:xfrm>
            <a:off x="6494587" y="4747151"/>
            <a:ext cx="6094226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>
                <a:solidFill>
                  <a:schemeClr val="bg1"/>
                </a:solidFill>
                <a:latin typeface="WordVisi_MSFontService"/>
              </a:rPr>
              <a:t>Garantire la tenuta sociale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527D216-829E-BE01-EF02-C0281A2A45C1}"/>
              </a:ext>
            </a:extLst>
          </p:cNvPr>
          <p:cNvSpPr/>
          <p:nvPr/>
        </p:nvSpPr>
        <p:spPr>
          <a:xfrm>
            <a:off x="938727" y="2446687"/>
            <a:ext cx="576000" cy="21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bg2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FCE5FC5-ED1F-1C2B-B8FA-567FBF03488D}"/>
              </a:ext>
            </a:extLst>
          </p:cNvPr>
          <p:cNvSpPr/>
          <p:nvPr/>
        </p:nvSpPr>
        <p:spPr>
          <a:xfrm>
            <a:off x="2493567" y="3634687"/>
            <a:ext cx="576000" cy="972000"/>
          </a:xfrm>
          <a:prstGeom prst="rect">
            <a:avLst/>
          </a:prstGeom>
          <a:solidFill>
            <a:srgbClr val="D75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bg2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658BECF-EDBB-2C35-F5A7-F510E0F97F37}"/>
              </a:ext>
            </a:extLst>
          </p:cNvPr>
          <p:cNvSpPr txBox="1"/>
          <p:nvPr/>
        </p:nvSpPr>
        <p:spPr>
          <a:xfrm>
            <a:off x="812190" y="1738801"/>
            <a:ext cx="829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</a:rPr>
              <a:t>6</a:t>
            </a:r>
            <a:r>
              <a:rPr lang="it-IT" b="1">
                <a:solidFill>
                  <a:schemeClr val="bg1"/>
                </a:solidFill>
              </a:rPr>
              <a:t> mil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A8D0BC1-DA9A-99B2-40D1-33DD970688C1}"/>
              </a:ext>
            </a:extLst>
          </p:cNvPr>
          <p:cNvSpPr txBox="1"/>
          <p:nvPr/>
        </p:nvSpPr>
        <p:spPr>
          <a:xfrm>
            <a:off x="2305693" y="2986742"/>
            <a:ext cx="12538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</a:rPr>
              <a:t>2.7</a:t>
            </a:r>
            <a:r>
              <a:rPr lang="it-IT" b="1">
                <a:solidFill>
                  <a:schemeClr val="bg1"/>
                </a:solidFill>
              </a:rPr>
              <a:t> mil</a:t>
            </a:r>
          </a:p>
        </p:txBody>
      </p:sp>
      <p:sp>
        <p:nvSpPr>
          <p:cNvPr id="18" name="Rectangle 42">
            <a:extLst>
              <a:ext uri="{FF2B5EF4-FFF2-40B4-BE49-F238E27FC236}">
                <a16:creationId xmlns:a16="http://schemas.microsoft.com/office/drawing/2014/main" id="{5AA32983-34B9-FAA1-4D53-D15E37BC4C99}"/>
              </a:ext>
            </a:extLst>
          </p:cNvPr>
          <p:cNvSpPr/>
          <p:nvPr/>
        </p:nvSpPr>
        <p:spPr>
          <a:xfrm>
            <a:off x="668994" y="4696152"/>
            <a:ext cx="1464606" cy="48541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t"/>
          <a:lstStyle/>
          <a:p>
            <a:pPr>
              <a:defRPr/>
            </a:pPr>
            <a:r>
              <a:rPr lang="it-IT" b="1">
                <a:solidFill>
                  <a:schemeClr val="bg1"/>
                </a:solidFill>
              </a:rPr>
              <a:t>Famiglie vulnerabili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19" name="Rectangle 42">
            <a:extLst>
              <a:ext uri="{FF2B5EF4-FFF2-40B4-BE49-F238E27FC236}">
                <a16:creationId xmlns:a16="http://schemas.microsoft.com/office/drawing/2014/main" id="{A83B6D50-823F-56A7-4163-4907BC254A1F}"/>
              </a:ext>
            </a:extLst>
          </p:cNvPr>
          <p:cNvSpPr/>
          <p:nvPr/>
        </p:nvSpPr>
        <p:spPr>
          <a:xfrm>
            <a:off x="2298107" y="4705451"/>
            <a:ext cx="2201549" cy="48541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t"/>
          <a:lstStyle/>
          <a:p>
            <a:pPr>
              <a:defRPr/>
            </a:pPr>
            <a:r>
              <a:rPr lang="it-IT" b="1">
                <a:solidFill>
                  <a:schemeClr val="bg1"/>
                </a:solidFill>
              </a:rPr>
              <a:t>Famiglie</a:t>
            </a:r>
          </a:p>
          <a:p>
            <a:pPr>
              <a:defRPr/>
            </a:pPr>
            <a:r>
              <a:rPr lang="it-IT" b="1">
                <a:solidFill>
                  <a:schemeClr val="bg1"/>
                </a:solidFill>
              </a:rPr>
              <a:t>molto vulnerabili</a:t>
            </a:r>
            <a:endParaRPr lang="it-IT">
              <a:solidFill>
                <a:schemeClr val="bg1"/>
              </a:solidFill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E2E1860D-F789-FDBA-D6C4-060A6B73BD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2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32424E-C985-2834-7DFD-279DBAA813C5}"/>
              </a:ext>
            </a:extLst>
          </p:cNvPr>
          <p:cNvSpPr txBox="1"/>
          <p:nvPr/>
        </p:nvSpPr>
        <p:spPr>
          <a:xfrm>
            <a:off x="542971" y="675509"/>
            <a:ext cx="1099000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it-IT"/>
            </a:defPPr>
            <a:lvl1pPr>
              <a:defRPr sz="2800" b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it-IT"/>
              <a:t>Una nuova generazione di politiche sociali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8A167-D912-73DD-A124-9DC31053A208}"/>
              </a:ext>
            </a:extLst>
          </p:cNvPr>
          <p:cNvSpPr txBox="1"/>
          <p:nvPr/>
        </p:nvSpPr>
        <p:spPr>
          <a:xfrm>
            <a:off x="6400464" y="1399618"/>
            <a:ext cx="6051896" cy="5880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>
                <a:solidFill>
                  <a:schemeClr val="bg1"/>
                </a:solidFill>
              </a:rPr>
              <a:t>Dati, tecnologie e modelli</a:t>
            </a:r>
          </a:p>
        </p:txBody>
      </p:sp>
      <p:pic>
        <p:nvPicPr>
          <p:cNvPr id="7" name="Elemento grafico 6" descr="Fabbrica con riempimento a tinta unita">
            <a:extLst>
              <a:ext uri="{FF2B5EF4-FFF2-40B4-BE49-F238E27FC236}">
                <a16:creationId xmlns:a16="http://schemas.microsoft.com/office/drawing/2014/main" id="{59E0F908-CA6D-BC30-413D-DB5F496B1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1402" y="3060168"/>
            <a:ext cx="613145" cy="630866"/>
          </a:xfrm>
          <a:prstGeom prst="rect">
            <a:avLst/>
          </a:prstGeom>
        </p:spPr>
      </p:pic>
      <p:pic>
        <p:nvPicPr>
          <p:cNvPr id="8" name="Elemento grafico 8" descr="Internet con riempimento a tinta unita">
            <a:extLst>
              <a:ext uri="{FF2B5EF4-FFF2-40B4-BE49-F238E27FC236}">
                <a16:creationId xmlns:a16="http://schemas.microsoft.com/office/drawing/2014/main" id="{3675D796-CDAF-D7D9-F13B-50E4A021C7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4564" y="1378208"/>
            <a:ext cx="613146" cy="630866"/>
          </a:xfrm>
          <a:prstGeom prst="rect">
            <a:avLst/>
          </a:prstGeom>
        </p:spPr>
      </p:pic>
      <p:pic>
        <p:nvPicPr>
          <p:cNvPr id="10" name="Elemento grafico 10" descr="Trasferimento con riempimento a tinta unita">
            <a:extLst>
              <a:ext uri="{FF2B5EF4-FFF2-40B4-BE49-F238E27FC236}">
                <a16:creationId xmlns:a16="http://schemas.microsoft.com/office/drawing/2014/main" id="{F463B393-A082-3EC5-04EC-9E1A839C7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4564" y="4719369"/>
            <a:ext cx="613146" cy="630866"/>
          </a:xfrm>
          <a:prstGeom prst="rect">
            <a:avLst/>
          </a:prstGeom>
        </p:spPr>
      </p:pic>
      <p:pic>
        <p:nvPicPr>
          <p:cNvPr id="2" name="Graphic 22" descr="Arrow circle with solid fill">
            <a:extLst>
              <a:ext uri="{FF2B5EF4-FFF2-40B4-BE49-F238E27FC236}">
                <a16:creationId xmlns:a16="http://schemas.microsoft.com/office/drawing/2014/main" id="{7EB00210-731A-A94D-4C67-351F355420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6546" y="1516639"/>
            <a:ext cx="3632200" cy="36322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7BAED55-E905-2C16-4225-11612AB585F5}"/>
              </a:ext>
            </a:extLst>
          </p:cNvPr>
          <p:cNvSpPr txBox="1"/>
          <p:nvPr/>
        </p:nvSpPr>
        <p:spPr>
          <a:xfrm>
            <a:off x="1962462" y="1629240"/>
            <a:ext cx="880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Stato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42E9D48-FF4C-451B-065B-330DAC9655A8}"/>
              </a:ext>
            </a:extLst>
          </p:cNvPr>
          <p:cNvSpPr txBox="1"/>
          <p:nvPr/>
        </p:nvSpPr>
        <p:spPr>
          <a:xfrm>
            <a:off x="3617459" y="3418367"/>
            <a:ext cx="120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Aziende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F170017-AFE3-E4F5-0B7B-03FBE29D0261}"/>
              </a:ext>
            </a:extLst>
          </p:cNvPr>
          <p:cNvSpPr txBox="1"/>
          <p:nvPr/>
        </p:nvSpPr>
        <p:spPr>
          <a:xfrm>
            <a:off x="308421" y="3974283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Famiglie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C955493-4C04-EDEF-6FB0-D7B710BE6F49}"/>
              </a:ext>
            </a:extLst>
          </p:cNvPr>
          <p:cNvSpPr txBox="1"/>
          <p:nvPr/>
        </p:nvSpPr>
        <p:spPr>
          <a:xfrm>
            <a:off x="6578264" y="4740779"/>
            <a:ext cx="4165946" cy="5880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>
                <a:solidFill>
                  <a:schemeClr val="bg1"/>
                </a:solidFill>
              </a:rPr>
              <a:t>Funzione di normalizzazione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D904D1D9-1B7C-28F3-7A54-B06575619777}"/>
              </a:ext>
            </a:extLst>
          </p:cNvPr>
          <p:cNvSpPr txBox="1"/>
          <p:nvPr/>
        </p:nvSpPr>
        <p:spPr>
          <a:xfrm>
            <a:off x="6443327" y="2960103"/>
            <a:ext cx="544388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>
                <a:solidFill>
                  <a:schemeClr val="bg1"/>
                </a:solidFill>
              </a:rPr>
              <a:t>Azienda partner attuativo nell’erogazione del social </a:t>
            </a:r>
            <a:r>
              <a:rPr lang="it-IT" sz="2400" err="1">
                <a:solidFill>
                  <a:schemeClr val="bg1"/>
                </a:solidFill>
              </a:rPr>
              <a:t>subsidy</a:t>
            </a:r>
            <a:endParaRPr lang="it-IT" sz="2400">
              <a:solidFill>
                <a:schemeClr val="bg1"/>
              </a:solidFill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6EA97CFE-3DF1-186A-2D6C-2D1054E7C3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3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3FE18C-75DA-FBFF-94E7-19710DD8585E}"/>
              </a:ext>
            </a:extLst>
          </p:cNvPr>
          <p:cNvSpPr txBox="1"/>
          <p:nvPr/>
        </p:nvSpPr>
        <p:spPr>
          <a:xfrm>
            <a:off x="407779" y="721416"/>
            <a:ext cx="101317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it-IT"/>
            </a:defPPr>
            <a:lvl1pPr>
              <a:defRPr sz="2800" b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it-IT"/>
              <a:t>Social Impact aiuta le istituzioni a rendere fruibili le misure sociali</a:t>
            </a:r>
          </a:p>
        </p:txBody>
      </p:sp>
      <p:pic>
        <p:nvPicPr>
          <p:cNvPr id="6" name="Immagine 6">
            <a:extLst>
              <a:ext uri="{FF2B5EF4-FFF2-40B4-BE49-F238E27FC236}">
                <a16:creationId xmlns:a16="http://schemas.microsoft.com/office/drawing/2014/main" id="{92343320-1198-B9A5-C76D-8834CC6E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2" y="2411228"/>
            <a:ext cx="4514850" cy="189738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7561752-53B7-2032-EDE9-3EF0546C9D89}"/>
              </a:ext>
            </a:extLst>
          </p:cNvPr>
          <p:cNvGrpSpPr/>
          <p:nvPr/>
        </p:nvGrpSpPr>
        <p:grpSpPr>
          <a:xfrm>
            <a:off x="5711750" y="1839020"/>
            <a:ext cx="5717187" cy="769441"/>
            <a:chOff x="5711750" y="1599787"/>
            <a:chExt cx="5717187" cy="769441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C328AB9-C044-BDE6-6D28-3A6FED823D83}"/>
                </a:ext>
              </a:extLst>
            </p:cNvPr>
            <p:cNvSpPr txBox="1"/>
            <p:nvPr/>
          </p:nvSpPr>
          <p:spPr>
            <a:xfrm>
              <a:off x="6414977" y="1599787"/>
              <a:ext cx="50139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it-IT" sz="2400" i="1">
                  <a:solidFill>
                    <a:schemeClr val="bg1"/>
                  </a:solidFill>
                  <a:latin typeface="Calibri" panose="020F0502020204030204" pitchFamily="34" charset="0"/>
                </a:rPr>
                <a:t>Matching</a:t>
              </a:r>
              <a:r>
                <a:rPr lang="it-IT" sz="2000">
                  <a:solidFill>
                    <a:schemeClr val="bg1"/>
                  </a:solidFill>
                  <a:latin typeface="Calibri" panose="020F0502020204030204" pitchFamily="34" charset="0"/>
                </a:rPr>
                <a:t> per attuare e amplificare le politiche di sostegno</a:t>
              </a:r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9FF7386C-BF2F-CBD6-EC92-2FAD96042F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11750" y="1669507"/>
              <a:ext cx="612929" cy="630000"/>
              <a:chOff x="7742238" y="3649663"/>
              <a:chExt cx="627062" cy="644526"/>
            </a:xfrm>
            <a:solidFill>
              <a:srgbClr val="00B0F0"/>
            </a:solidFill>
          </p:grpSpPr>
          <p:sp>
            <p:nvSpPr>
              <p:cNvPr id="9" name="Freeform 14">
                <a:extLst>
                  <a:ext uri="{FF2B5EF4-FFF2-40B4-BE49-F238E27FC236}">
                    <a16:creationId xmlns:a16="http://schemas.microsoft.com/office/drawing/2014/main" id="{29AAF822-6F41-3281-B456-21E5C8691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2238" y="3649663"/>
                <a:ext cx="542925" cy="541338"/>
              </a:xfrm>
              <a:custGeom>
                <a:avLst/>
                <a:gdLst>
                  <a:gd name="T0" fmla="*/ 76 w 142"/>
                  <a:gd name="T1" fmla="*/ 130 h 142"/>
                  <a:gd name="T2" fmla="*/ 71 w 142"/>
                  <a:gd name="T3" fmla="*/ 130 h 142"/>
                  <a:gd name="T4" fmla="*/ 12 w 142"/>
                  <a:gd name="T5" fmla="*/ 71 h 142"/>
                  <a:gd name="T6" fmla="*/ 71 w 142"/>
                  <a:gd name="T7" fmla="*/ 12 h 142"/>
                  <a:gd name="T8" fmla="*/ 130 w 142"/>
                  <a:gd name="T9" fmla="*/ 71 h 142"/>
                  <a:gd name="T10" fmla="*/ 129 w 142"/>
                  <a:gd name="T11" fmla="*/ 81 h 142"/>
                  <a:gd name="T12" fmla="*/ 140 w 142"/>
                  <a:gd name="T13" fmla="*/ 85 h 142"/>
                  <a:gd name="T14" fmla="*/ 142 w 142"/>
                  <a:gd name="T15" fmla="*/ 71 h 142"/>
                  <a:gd name="T16" fmla="*/ 71 w 142"/>
                  <a:gd name="T17" fmla="*/ 0 h 142"/>
                  <a:gd name="T18" fmla="*/ 0 w 142"/>
                  <a:gd name="T19" fmla="*/ 71 h 142"/>
                  <a:gd name="T20" fmla="*/ 71 w 142"/>
                  <a:gd name="T21" fmla="*/ 142 h 142"/>
                  <a:gd name="T22" fmla="*/ 80 w 142"/>
                  <a:gd name="T23" fmla="*/ 141 h 142"/>
                  <a:gd name="T24" fmla="*/ 76 w 142"/>
                  <a:gd name="T25" fmla="*/ 13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" h="142">
                    <a:moveTo>
                      <a:pt x="76" y="130"/>
                    </a:moveTo>
                    <a:cubicBezTo>
                      <a:pt x="74" y="130"/>
                      <a:pt x="73" y="130"/>
                      <a:pt x="71" y="130"/>
                    </a:cubicBezTo>
                    <a:cubicBezTo>
                      <a:pt x="38" y="130"/>
                      <a:pt x="12" y="104"/>
                      <a:pt x="12" y="71"/>
                    </a:cubicBezTo>
                    <a:cubicBezTo>
                      <a:pt x="12" y="38"/>
                      <a:pt x="38" y="12"/>
                      <a:pt x="71" y="12"/>
                    </a:cubicBezTo>
                    <a:cubicBezTo>
                      <a:pt x="103" y="12"/>
                      <a:pt x="130" y="38"/>
                      <a:pt x="130" y="71"/>
                    </a:cubicBezTo>
                    <a:cubicBezTo>
                      <a:pt x="130" y="74"/>
                      <a:pt x="129" y="78"/>
                      <a:pt x="129" y="81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41" y="80"/>
                      <a:pt x="142" y="76"/>
                      <a:pt x="142" y="71"/>
                    </a:cubicBezTo>
                    <a:cubicBezTo>
                      <a:pt x="142" y="32"/>
                      <a:pt x="110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ubicBezTo>
                      <a:pt x="0" y="110"/>
                      <a:pt x="32" y="142"/>
                      <a:pt x="71" y="142"/>
                    </a:cubicBezTo>
                    <a:cubicBezTo>
                      <a:pt x="74" y="142"/>
                      <a:pt x="77" y="142"/>
                      <a:pt x="80" y="141"/>
                    </a:cubicBezTo>
                    <a:lnTo>
                      <a:pt x="76" y="1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" name="Freeform 15">
                <a:extLst>
                  <a:ext uri="{FF2B5EF4-FFF2-40B4-BE49-F238E27FC236}">
                    <a16:creationId xmlns:a16="http://schemas.microsoft.com/office/drawing/2014/main" id="{89496819-92C3-D929-6B0A-91A5E14F9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83525" y="3798888"/>
                <a:ext cx="260350" cy="258763"/>
              </a:xfrm>
              <a:custGeom>
                <a:avLst/>
                <a:gdLst>
                  <a:gd name="T0" fmla="*/ 34 w 68"/>
                  <a:gd name="T1" fmla="*/ 68 h 68"/>
                  <a:gd name="T2" fmla="*/ 0 w 68"/>
                  <a:gd name="T3" fmla="*/ 34 h 68"/>
                  <a:gd name="T4" fmla="*/ 34 w 68"/>
                  <a:gd name="T5" fmla="*/ 0 h 68"/>
                  <a:gd name="T6" fmla="*/ 68 w 68"/>
                  <a:gd name="T7" fmla="*/ 34 h 68"/>
                  <a:gd name="T8" fmla="*/ 34 w 68"/>
                  <a:gd name="T9" fmla="*/ 68 h 68"/>
                  <a:gd name="T10" fmla="*/ 34 w 68"/>
                  <a:gd name="T11" fmla="*/ 12 h 68"/>
                  <a:gd name="T12" fmla="*/ 12 w 68"/>
                  <a:gd name="T13" fmla="*/ 34 h 68"/>
                  <a:gd name="T14" fmla="*/ 34 w 68"/>
                  <a:gd name="T15" fmla="*/ 56 h 68"/>
                  <a:gd name="T16" fmla="*/ 56 w 68"/>
                  <a:gd name="T17" fmla="*/ 34 h 68"/>
                  <a:gd name="T18" fmla="*/ 34 w 68"/>
                  <a:gd name="T19" fmla="*/ 1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68">
                    <a:moveTo>
                      <a:pt x="34" y="68"/>
                    </a:moveTo>
                    <a:cubicBezTo>
                      <a:pt x="16" y="68"/>
                      <a:pt x="0" y="52"/>
                      <a:pt x="0" y="34"/>
                    </a:cubicBezTo>
                    <a:cubicBezTo>
                      <a:pt x="0" y="15"/>
                      <a:pt x="16" y="0"/>
                      <a:pt x="34" y="0"/>
                    </a:cubicBezTo>
                    <a:cubicBezTo>
                      <a:pt x="53" y="0"/>
                      <a:pt x="68" y="15"/>
                      <a:pt x="68" y="34"/>
                    </a:cubicBezTo>
                    <a:cubicBezTo>
                      <a:pt x="68" y="52"/>
                      <a:pt x="53" y="68"/>
                      <a:pt x="34" y="68"/>
                    </a:cubicBezTo>
                    <a:close/>
                    <a:moveTo>
                      <a:pt x="34" y="12"/>
                    </a:moveTo>
                    <a:cubicBezTo>
                      <a:pt x="22" y="12"/>
                      <a:pt x="12" y="22"/>
                      <a:pt x="12" y="34"/>
                    </a:cubicBezTo>
                    <a:cubicBezTo>
                      <a:pt x="12" y="46"/>
                      <a:pt x="22" y="56"/>
                      <a:pt x="34" y="56"/>
                    </a:cubicBezTo>
                    <a:cubicBezTo>
                      <a:pt x="46" y="56"/>
                      <a:pt x="56" y="46"/>
                      <a:pt x="56" y="34"/>
                    </a:cubicBezTo>
                    <a:cubicBezTo>
                      <a:pt x="56" y="22"/>
                      <a:pt x="46" y="12"/>
                      <a:pt x="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177C1243-DB8C-55E5-EFBB-E56D4EC03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9413" y="3921126"/>
                <a:ext cx="369887" cy="373063"/>
              </a:xfrm>
              <a:custGeom>
                <a:avLst/>
                <a:gdLst>
                  <a:gd name="T0" fmla="*/ 233 w 233"/>
                  <a:gd name="T1" fmla="*/ 204 h 235"/>
                  <a:gd name="T2" fmla="*/ 137 w 233"/>
                  <a:gd name="T3" fmla="*/ 110 h 235"/>
                  <a:gd name="T4" fmla="*/ 214 w 233"/>
                  <a:gd name="T5" fmla="*/ 74 h 235"/>
                  <a:gd name="T6" fmla="*/ 0 w 233"/>
                  <a:gd name="T7" fmla="*/ 0 h 235"/>
                  <a:gd name="T8" fmla="*/ 72 w 233"/>
                  <a:gd name="T9" fmla="*/ 218 h 235"/>
                  <a:gd name="T10" fmla="*/ 108 w 233"/>
                  <a:gd name="T11" fmla="*/ 141 h 235"/>
                  <a:gd name="T12" fmla="*/ 202 w 233"/>
                  <a:gd name="T13" fmla="*/ 235 h 235"/>
                  <a:gd name="T14" fmla="*/ 233 w 233"/>
                  <a:gd name="T15" fmla="*/ 204 h 235"/>
                  <a:gd name="T16" fmla="*/ 233 w 233"/>
                  <a:gd name="T17" fmla="*/ 204 h 235"/>
                  <a:gd name="T18" fmla="*/ 233 w 233"/>
                  <a:gd name="T19" fmla="*/ 20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3" h="235">
                    <a:moveTo>
                      <a:pt x="233" y="204"/>
                    </a:moveTo>
                    <a:lnTo>
                      <a:pt x="137" y="110"/>
                    </a:lnTo>
                    <a:lnTo>
                      <a:pt x="214" y="74"/>
                    </a:lnTo>
                    <a:lnTo>
                      <a:pt x="0" y="0"/>
                    </a:lnTo>
                    <a:lnTo>
                      <a:pt x="72" y="218"/>
                    </a:lnTo>
                    <a:lnTo>
                      <a:pt x="108" y="141"/>
                    </a:lnTo>
                    <a:lnTo>
                      <a:pt x="202" y="235"/>
                    </a:lnTo>
                    <a:lnTo>
                      <a:pt x="233" y="204"/>
                    </a:lnTo>
                    <a:lnTo>
                      <a:pt x="233" y="204"/>
                    </a:lnTo>
                    <a:lnTo>
                      <a:pt x="233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B458AB-8EBE-FF4C-2800-AD4412F71C42}"/>
              </a:ext>
            </a:extLst>
          </p:cNvPr>
          <p:cNvGrpSpPr/>
          <p:nvPr/>
        </p:nvGrpSpPr>
        <p:grpSpPr>
          <a:xfrm>
            <a:off x="5711740" y="3078210"/>
            <a:ext cx="5440141" cy="630000"/>
            <a:chOff x="5711740" y="2838977"/>
            <a:chExt cx="5440141" cy="630000"/>
          </a:xfrm>
        </p:grpSpPr>
        <p:grpSp>
          <p:nvGrpSpPr>
            <p:cNvPr id="12" name="Group 1299">
              <a:extLst>
                <a:ext uri="{FF2B5EF4-FFF2-40B4-BE49-F238E27FC236}">
                  <a16:creationId xmlns:a16="http://schemas.microsoft.com/office/drawing/2014/main" id="{BC7656F4-9730-330D-2707-2724A5B1B24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11740" y="2838977"/>
              <a:ext cx="629999" cy="630000"/>
              <a:chOff x="3771900" y="2098675"/>
              <a:chExt cx="392113" cy="392113"/>
            </a:xfrm>
            <a:solidFill>
              <a:srgbClr val="00B0F0"/>
            </a:solidFill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45EA031-B72F-086B-ED5E-DE0F8DF7A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900" y="2301875"/>
                <a:ext cx="153988" cy="55563"/>
              </a:xfrm>
              <a:custGeom>
                <a:avLst/>
                <a:gdLst>
                  <a:gd name="T0" fmla="*/ 200 w 200"/>
                  <a:gd name="T1" fmla="*/ 1 h 73"/>
                  <a:gd name="T2" fmla="*/ 200 w 200"/>
                  <a:gd name="T3" fmla="*/ 0 h 73"/>
                  <a:gd name="T4" fmla="*/ 0 w 200"/>
                  <a:gd name="T5" fmla="*/ 0 h 73"/>
                  <a:gd name="T6" fmla="*/ 0 w 200"/>
                  <a:gd name="T7" fmla="*/ 1 h 73"/>
                  <a:gd name="T8" fmla="*/ 73 w 200"/>
                  <a:gd name="T9" fmla="*/ 73 h 73"/>
                  <a:gd name="T10" fmla="*/ 127 w 200"/>
                  <a:gd name="T11" fmla="*/ 73 h 73"/>
                  <a:gd name="T12" fmla="*/ 200 w 200"/>
                  <a:gd name="T13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0" h="73">
                    <a:moveTo>
                      <a:pt x="200" y="1"/>
                    </a:moveTo>
                    <a:cubicBezTo>
                      <a:pt x="200" y="0"/>
                      <a:pt x="200" y="0"/>
                      <a:pt x="20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41"/>
                      <a:pt x="32" y="73"/>
                      <a:pt x="73" y="73"/>
                    </a:cubicBezTo>
                    <a:cubicBezTo>
                      <a:pt x="127" y="73"/>
                      <a:pt x="127" y="73"/>
                      <a:pt x="127" y="73"/>
                    </a:cubicBezTo>
                    <a:cubicBezTo>
                      <a:pt x="167" y="73"/>
                      <a:pt x="200" y="41"/>
                      <a:pt x="20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 sz="3599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776F79B-4D7A-8BC0-892C-CDBB8A8612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71900" y="2098675"/>
                <a:ext cx="392113" cy="392113"/>
              </a:xfrm>
              <a:custGeom>
                <a:avLst/>
                <a:gdLst>
                  <a:gd name="T0" fmla="*/ 335 w 511"/>
                  <a:gd name="T1" fmla="*/ 476 h 512"/>
                  <a:gd name="T2" fmla="*/ 273 w 511"/>
                  <a:gd name="T3" fmla="*/ 476 h 512"/>
                  <a:gd name="T4" fmla="*/ 273 w 511"/>
                  <a:gd name="T5" fmla="*/ 162 h 512"/>
                  <a:gd name="T6" fmla="*/ 322 w 511"/>
                  <a:gd name="T7" fmla="*/ 112 h 512"/>
                  <a:gd name="T8" fmla="*/ 394 w 511"/>
                  <a:gd name="T9" fmla="*/ 112 h 512"/>
                  <a:gd name="T10" fmla="*/ 314 w 511"/>
                  <a:gd name="T11" fmla="*/ 266 h 512"/>
                  <a:gd name="T12" fmla="*/ 326 w 511"/>
                  <a:gd name="T13" fmla="*/ 266 h 512"/>
                  <a:gd name="T14" fmla="*/ 406 w 511"/>
                  <a:gd name="T15" fmla="*/ 112 h 512"/>
                  <a:gd name="T16" fmla="*/ 417 w 511"/>
                  <a:gd name="T17" fmla="*/ 112 h 512"/>
                  <a:gd name="T18" fmla="*/ 497 w 511"/>
                  <a:gd name="T19" fmla="*/ 266 h 512"/>
                  <a:gd name="T20" fmla="*/ 509 w 511"/>
                  <a:gd name="T21" fmla="*/ 266 h 512"/>
                  <a:gd name="T22" fmla="*/ 429 w 511"/>
                  <a:gd name="T23" fmla="*/ 112 h 512"/>
                  <a:gd name="T24" fmla="*/ 497 w 511"/>
                  <a:gd name="T25" fmla="*/ 112 h 512"/>
                  <a:gd name="T26" fmla="*/ 511 w 511"/>
                  <a:gd name="T27" fmla="*/ 97 h 512"/>
                  <a:gd name="T28" fmla="*/ 497 w 511"/>
                  <a:gd name="T29" fmla="*/ 83 h 512"/>
                  <a:gd name="T30" fmla="*/ 322 w 511"/>
                  <a:gd name="T31" fmla="*/ 83 h 512"/>
                  <a:gd name="T32" fmla="*/ 273 w 511"/>
                  <a:gd name="T33" fmla="*/ 32 h 512"/>
                  <a:gd name="T34" fmla="*/ 273 w 511"/>
                  <a:gd name="T35" fmla="*/ 7 h 512"/>
                  <a:gd name="T36" fmla="*/ 266 w 511"/>
                  <a:gd name="T37" fmla="*/ 0 h 512"/>
                  <a:gd name="T38" fmla="*/ 247 w 511"/>
                  <a:gd name="T39" fmla="*/ 0 h 512"/>
                  <a:gd name="T40" fmla="*/ 239 w 511"/>
                  <a:gd name="T41" fmla="*/ 7 h 512"/>
                  <a:gd name="T42" fmla="*/ 239 w 511"/>
                  <a:gd name="T43" fmla="*/ 32 h 512"/>
                  <a:gd name="T44" fmla="*/ 190 w 511"/>
                  <a:gd name="T45" fmla="*/ 83 h 512"/>
                  <a:gd name="T46" fmla="*/ 15 w 511"/>
                  <a:gd name="T47" fmla="*/ 83 h 512"/>
                  <a:gd name="T48" fmla="*/ 0 w 511"/>
                  <a:gd name="T49" fmla="*/ 97 h 512"/>
                  <a:gd name="T50" fmla="*/ 15 w 511"/>
                  <a:gd name="T51" fmla="*/ 112 h 512"/>
                  <a:gd name="T52" fmla="*/ 83 w 511"/>
                  <a:gd name="T53" fmla="*/ 112 h 512"/>
                  <a:gd name="T54" fmla="*/ 3 w 511"/>
                  <a:gd name="T55" fmla="*/ 266 h 512"/>
                  <a:gd name="T56" fmla="*/ 15 w 511"/>
                  <a:gd name="T57" fmla="*/ 266 h 512"/>
                  <a:gd name="T58" fmla="*/ 95 w 511"/>
                  <a:gd name="T59" fmla="*/ 112 h 512"/>
                  <a:gd name="T60" fmla="*/ 106 w 511"/>
                  <a:gd name="T61" fmla="*/ 112 h 512"/>
                  <a:gd name="T62" fmla="*/ 186 w 511"/>
                  <a:gd name="T63" fmla="*/ 266 h 512"/>
                  <a:gd name="T64" fmla="*/ 198 w 511"/>
                  <a:gd name="T65" fmla="*/ 266 h 512"/>
                  <a:gd name="T66" fmla="*/ 118 w 511"/>
                  <a:gd name="T67" fmla="*/ 112 h 512"/>
                  <a:gd name="T68" fmla="*/ 190 w 511"/>
                  <a:gd name="T69" fmla="*/ 112 h 512"/>
                  <a:gd name="T70" fmla="*/ 239 w 511"/>
                  <a:gd name="T71" fmla="*/ 162 h 512"/>
                  <a:gd name="T72" fmla="*/ 239 w 511"/>
                  <a:gd name="T73" fmla="*/ 476 h 512"/>
                  <a:gd name="T74" fmla="*/ 178 w 511"/>
                  <a:gd name="T75" fmla="*/ 476 h 512"/>
                  <a:gd name="T76" fmla="*/ 159 w 511"/>
                  <a:gd name="T77" fmla="*/ 494 h 512"/>
                  <a:gd name="T78" fmla="*/ 178 w 511"/>
                  <a:gd name="T79" fmla="*/ 512 h 512"/>
                  <a:gd name="T80" fmla="*/ 335 w 511"/>
                  <a:gd name="T81" fmla="*/ 512 h 512"/>
                  <a:gd name="T82" fmla="*/ 353 w 511"/>
                  <a:gd name="T83" fmla="*/ 494 h 512"/>
                  <a:gd name="T84" fmla="*/ 335 w 511"/>
                  <a:gd name="T85" fmla="*/ 476 h 512"/>
                  <a:gd name="T86" fmla="*/ 218 w 511"/>
                  <a:gd name="T87" fmla="*/ 97 h 512"/>
                  <a:gd name="T88" fmla="*/ 256 w 511"/>
                  <a:gd name="T89" fmla="*/ 59 h 512"/>
                  <a:gd name="T90" fmla="*/ 294 w 511"/>
                  <a:gd name="T91" fmla="*/ 97 h 512"/>
                  <a:gd name="T92" fmla="*/ 256 w 511"/>
                  <a:gd name="T93" fmla="*/ 135 h 512"/>
                  <a:gd name="T94" fmla="*/ 218 w 511"/>
                  <a:gd name="T95" fmla="*/ 97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11" h="512">
                    <a:moveTo>
                      <a:pt x="335" y="476"/>
                    </a:moveTo>
                    <a:cubicBezTo>
                      <a:pt x="273" y="476"/>
                      <a:pt x="273" y="476"/>
                      <a:pt x="273" y="476"/>
                    </a:cubicBezTo>
                    <a:cubicBezTo>
                      <a:pt x="273" y="162"/>
                      <a:pt x="273" y="162"/>
                      <a:pt x="273" y="162"/>
                    </a:cubicBezTo>
                    <a:cubicBezTo>
                      <a:pt x="297" y="156"/>
                      <a:pt x="316" y="136"/>
                      <a:pt x="322" y="112"/>
                    </a:cubicBezTo>
                    <a:cubicBezTo>
                      <a:pt x="394" y="112"/>
                      <a:pt x="394" y="112"/>
                      <a:pt x="394" y="112"/>
                    </a:cubicBezTo>
                    <a:cubicBezTo>
                      <a:pt x="314" y="266"/>
                      <a:pt x="314" y="266"/>
                      <a:pt x="314" y="266"/>
                    </a:cubicBezTo>
                    <a:cubicBezTo>
                      <a:pt x="326" y="266"/>
                      <a:pt x="326" y="266"/>
                      <a:pt x="326" y="266"/>
                    </a:cubicBezTo>
                    <a:cubicBezTo>
                      <a:pt x="406" y="112"/>
                      <a:pt x="406" y="112"/>
                      <a:pt x="406" y="112"/>
                    </a:cubicBezTo>
                    <a:cubicBezTo>
                      <a:pt x="417" y="112"/>
                      <a:pt x="417" y="112"/>
                      <a:pt x="417" y="112"/>
                    </a:cubicBezTo>
                    <a:cubicBezTo>
                      <a:pt x="497" y="266"/>
                      <a:pt x="497" y="266"/>
                      <a:pt x="497" y="266"/>
                    </a:cubicBezTo>
                    <a:cubicBezTo>
                      <a:pt x="509" y="266"/>
                      <a:pt x="509" y="266"/>
                      <a:pt x="509" y="266"/>
                    </a:cubicBezTo>
                    <a:cubicBezTo>
                      <a:pt x="429" y="112"/>
                      <a:pt x="429" y="112"/>
                      <a:pt x="429" y="112"/>
                    </a:cubicBezTo>
                    <a:cubicBezTo>
                      <a:pt x="497" y="112"/>
                      <a:pt x="497" y="112"/>
                      <a:pt x="497" y="112"/>
                    </a:cubicBezTo>
                    <a:cubicBezTo>
                      <a:pt x="505" y="112"/>
                      <a:pt x="511" y="105"/>
                      <a:pt x="511" y="97"/>
                    </a:cubicBezTo>
                    <a:cubicBezTo>
                      <a:pt x="511" y="89"/>
                      <a:pt x="505" y="83"/>
                      <a:pt x="497" y="83"/>
                    </a:cubicBezTo>
                    <a:cubicBezTo>
                      <a:pt x="322" y="83"/>
                      <a:pt x="322" y="83"/>
                      <a:pt x="322" y="83"/>
                    </a:cubicBezTo>
                    <a:cubicBezTo>
                      <a:pt x="316" y="58"/>
                      <a:pt x="297" y="39"/>
                      <a:pt x="273" y="32"/>
                    </a:cubicBezTo>
                    <a:cubicBezTo>
                      <a:pt x="273" y="7"/>
                      <a:pt x="273" y="7"/>
                      <a:pt x="273" y="7"/>
                    </a:cubicBezTo>
                    <a:cubicBezTo>
                      <a:pt x="273" y="3"/>
                      <a:pt x="270" y="0"/>
                      <a:pt x="266" y="0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2" y="0"/>
                      <a:pt x="239" y="3"/>
                      <a:pt x="239" y="7"/>
                    </a:cubicBezTo>
                    <a:cubicBezTo>
                      <a:pt x="239" y="32"/>
                      <a:pt x="239" y="32"/>
                      <a:pt x="239" y="32"/>
                    </a:cubicBezTo>
                    <a:cubicBezTo>
                      <a:pt x="215" y="38"/>
                      <a:pt x="196" y="58"/>
                      <a:pt x="190" y="83"/>
                    </a:cubicBezTo>
                    <a:cubicBezTo>
                      <a:pt x="15" y="83"/>
                      <a:pt x="15" y="83"/>
                      <a:pt x="15" y="83"/>
                    </a:cubicBezTo>
                    <a:cubicBezTo>
                      <a:pt x="7" y="83"/>
                      <a:pt x="0" y="89"/>
                      <a:pt x="0" y="97"/>
                    </a:cubicBezTo>
                    <a:cubicBezTo>
                      <a:pt x="0" y="105"/>
                      <a:pt x="7" y="112"/>
                      <a:pt x="15" y="112"/>
                    </a:cubicBezTo>
                    <a:cubicBezTo>
                      <a:pt x="83" y="112"/>
                      <a:pt x="83" y="112"/>
                      <a:pt x="83" y="112"/>
                    </a:cubicBezTo>
                    <a:cubicBezTo>
                      <a:pt x="3" y="266"/>
                      <a:pt x="3" y="266"/>
                      <a:pt x="3" y="266"/>
                    </a:cubicBezTo>
                    <a:cubicBezTo>
                      <a:pt x="15" y="266"/>
                      <a:pt x="15" y="266"/>
                      <a:pt x="15" y="266"/>
                    </a:cubicBezTo>
                    <a:cubicBezTo>
                      <a:pt x="95" y="112"/>
                      <a:pt x="95" y="112"/>
                      <a:pt x="95" y="112"/>
                    </a:cubicBezTo>
                    <a:cubicBezTo>
                      <a:pt x="106" y="112"/>
                      <a:pt x="106" y="112"/>
                      <a:pt x="106" y="112"/>
                    </a:cubicBezTo>
                    <a:cubicBezTo>
                      <a:pt x="186" y="266"/>
                      <a:pt x="186" y="266"/>
                      <a:pt x="186" y="266"/>
                    </a:cubicBezTo>
                    <a:cubicBezTo>
                      <a:pt x="198" y="266"/>
                      <a:pt x="198" y="266"/>
                      <a:pt x="198" y="266"/>
                    </a:cubicBezTo>
                    <a:cubicBezTo>
                      <a:pt x="118" y="112"/>
                      <a:pt x="118" y="112"/>
                      <a:pt x="118" y="112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6" y="136"/>
                      <a:pt x="215" y="156"/>
                      <a:pt x="239" y="162"/>
                    </a:cubicBezTo>
                    <a:cubicBezTo>
                      <a:pt x="239" y="476"/>
                      <a:pt x="239" y="476"/>
                      <a:pt x="239" y="476"/>
                    </a:cubicBezTo>
                    <a:cubicBezTo>
                      <a:pt x="178" y="476"/>
                      <a:pt x="178" y="476"/>
                      <a:pt x="178" y="476"/>
                    </a:cubicBezTo>
                    <a:cubicBezTo>
                      <a:pt x="168" y="476"/>
                      <a:pt x="159" y="484"/>
                      <a:pt x="159" y="494"/>
                    </a:cubicBezTo>
                    <a:cubicBezTo>
                      <a:pt x="159" y="504"/>
                      <a:pt x="168" y="512"/>
                      <a:pt x="178" y="512"/>
                    </a:cubicBezTo>
                    <a:cubicBezTo>
                      <a:pt x="335" y="512"/>
                      <a:pt x="335" y="512"/>
                      <a:pt x="335" y="512"/>
                    </a:cubicBezTo>
                    <a:cubicBezTo>
                      <a:pt x="345" y="512"/>
                      <a:pt x="353" y="504"/>
                      <a:pt x="353" y="494"/>
                    </a:cubicBezTo>
                    <a:cubicBezTo>
                      <a:pt x="353" y="484"/>
                      <a:pt x="345" y="476"/>
                      <a:pt x="335" y="476"/>
                    </a:cubicBezTo>
                    <a:close/>
                    <a:moveTo>
                      <a:pt x="218" y="97"/>
                    </a:moveTo>
                    <a:cubicBezTo>
                      <a:pt x="218" y="76"/>
                      <a:pt x="235" y="59"/>
                      <a:pt x="256" y="59"/>
                    </a:cubicBezTo>
                    <a:cubicBezTo>
                      <a:pt x="277" y="59"/>
                      <a:pt x="294" y="76"/>
                      <a:pt x="294" y="97"/>
                    </a:cubicBezTo>
                    <a:cubicBezTo>
                      <a:pt x="294" y="118"/>
                      <a:pt x="277" y="135"/>
                      <a:pt x="256" y="135"/>
                    </a:cubicBezTo>
                    <a:cubicBezTo>
                      <a:pt x="235" y="135"/>
                      <a:pt x="218" y="118"/>
                      <a:pt x="218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 sz="3599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0D95CAF4-3E59-D552-FF9C-5918F8CFF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0025" y="2301875"/>
                <a:ext cx="153988" cy="55563"/>
              </a:xfrm>
              <a:custGeom>
                <a:avLst/>
                <a:gdLst>
                  <a:gd name="T0" fmla="*/ 201 w 201"/>
                  <a:gd name="T1" fmla="*/ 0 h 73"/>
                  <a:gd name="T2" fmla="*/ 0 w 201"/>
                  <a:gd name="T3" fmla="*/ 0 h 73"/>
                  <a:gd name="T4" fmla="*/ 0 w 201"/>
                  <a:gd name="T5" fmla="*/ 1 h 73"/>
                  <a:gd name="T6" fmla="*/ 73 w 201"/>
                  <a:gd name="T7" fmla="*/ 73 h 73"/>
                  <a:gd name="T8" fmla="*/ 128 w 201"/>
                  <a:gd name="T9" fmla="*/ 73 h 73"/>
                  <a:gd name="T10" fmla="*/ 201 w 201"/>
                  <a:gd name="T11" fmla="*/ 1 h 73"/>
                  <a:gd name="T12" fmla="*/ 201 w 201"/>
                  <a:gd name="T1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1" h="73">
                    <a:moveTo>
                      <a:pt x="20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41"/>
                      <a:pt x="33" y="73"/>
                      <a:pt x="73" y="73"/>
                    </a:cubicBezTo>
                    <a:cubicBezTo>
                      <a:pt x="128" y="73"/>
                      <a:pt x="128" y="73"/>
                      <a:pt x="128" y="73"/>
                    </a:cubicBezTo>
                    <a:cubicBezTo>
                      <a:pt x="168" y="73"/>
                      <a:pt x="201" y="41"/>
                      <a:pt x="201" y="1"/>
                    </a:cubicBezTo>
                    <a:cubicBezTo>
                      <a:pt x="201" y="0"/>
                      <a:pt x="201" y="0"/>
                      <a:pt x="2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 sz="3599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ED6E032A-3EA8-C8FE-BE7F-EDF606D0F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900" y="2301875"/>
                <a:ext cx="153988" cy="55563"/>
              </a:xfrm>
              <a:custGeom>
                <a:avLst/>
                <a:gdLst>
                  <a:gd name="T0" fmla="*/ 200 w 200"/>
                  <a:gd name="T1" fmla="*/ 1 h 73"/>
                  <a:gd name="T2" fmla="*/ 200 w 200"/>
                  <a:gd name="T3" fmla="*/ 0 h 73"/>
                  <a:gd name="T4" fmla="*/ 0 w 200"/>
                  <a:gd name="T5" fmla="*/ 0 h 73"/>
                  <a:gd name="T6" fmla="*/ 0 w 200"/>
                  <a:gd name="T7" fmla="*/ 1 h 73"/>
                  <a:gd name="T8" fmla="*/ 73 w 200"/>
                  <a:gd name="T9" fmla="*/ 73 h 73"/>
                  <a:gd name="T10" fmla="*/ 127 w 200"/>
                  <a:gd name="T11" fmla="*/ 73 h 73"/>
                  <a:gd name="T12" fmla="*/ 200 w 200"/>
                  <a:gd name="T13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0" h="73">
                    <a:moveTo>
                      <a:pt x="200" y="1"/>
                    </a:moveTo>
                    <a:cubicBezTo>
                      <a:pt x="200" y="0"/>
                      <a:pt x="200" y="0"/>
                      <a:pt x="20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41"/>
                      <a:pt x="32" y="73"/>
                      <a:pt x="73" y="73"/>
                    </a:cubicBezTo>
                    <a:cubicBezTo>
                      <a:pt x="127" y="73"/>
                      <a:pt x="127" y="73"/>
                      <a:pt x="127" y="73"/>
                    </a:cubicBezTo>
                    <a:cubicBezTo>
                      <a:pt x="167" y="73"/>
                      <a:pt x="200" y="41"/>
                      <a:pt x="20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 sz="3599"/>
              </a:p>
            </p:txBody>
          </p:sp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2C0D5132-3B38-2D36-2343-2EE4A6A957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71900" y="2098675"/>
                <a:ext cx="392113" cy="392113"/>
              </a:xfrm>
              <a:custGeom>
                <a:avLst/>
                <a:gdLst>
                  <a:gd name="T0" fmla="*/ 335 w 511"/>
                  <a:gd name="T1" fmla="*/ 476 h 512"/>
                  <a:gd name="T2" fmla="*/ 273 w 511"/>
                  <a:gd name="T3" fmla="*/ 476 h 512"/>
                  <a:gd name="T4" fmla="*/ 273 w 511"/>
                  <a:gd name="T5" fmla="*/ 162 h 512"/>
                  <a:gd name="T6" fmla="*/ 322 w 511"/>
                  <a:gd name="T7" fmla="*/ 112 h 512"/>
                  <a:gd name="T8" fmla="*/ 394 w 511"/>
                  <a:gd name="T9" fmla="*/ 112 h 512"/>
                  <a:gd name="T10" fmla="*/ 314 w 511"/>
                  <a:gd name="T11" fmla="*/ 266 h 512"/>
                  <a:gd name="T12" fmla="*/ 326 w 511"/>
                  <a:gd name="T13" fmla="*/ 266 h 512"/>
                  <a:gd name="T14" fmla="*/ 406 w 511"/>
                  <a:gd name="T15" fmla="*/ 112 h 512"/>
                  <a:gd name="T16" fmla="*/ 417 w 511"/>
                  <a:gd name="T17" fmla="*/ 112 h 512"/>
                  <a:gd name="T18" fmla="*/ 497 w 511"/>
                  <a:gd name="T19" fmla="*/ 266 h 512"/>
                  <a:gd name="T20" fmla="*/ 509 w 511"/>
                  <a:gd name="T21" fmla="*/ 266 h 512"/>
                  <a:gd name="T22" fmla="*/ 429 w 511"/>
                  <a:gd name="T23" fmla="*/ 112 h 512"/>
                  <a:gd name="T24" fmla="*/ 497 w 511"/>
                  <a:gd name="T25" fmla="*/ 112 h 512"/>
                  <a:gd name="T26" fmla="*/ 511 w 511"/>
                  <a:gd name="T27" fmla="*/ 97 h 512"/>
                  <a:gd name="T28" fmla="*/ 497 w 511"/>
                  <a:gd name="T29" fmla="*/ 83 h 512"/>
                  <a:gd name="T30" fmla="*/ 322 w 511"/>
                  <a:gd name="T31" fmla="*/ 83 h 512"/>
                  <a:gd name="T32" fmla="*/ 273 w 511"/>
                  <a:gd name="T33" fmla="*/ 32 h 512"/>
                  <a:gd name="T34" fmla="*/ 273 w 511"/>
                  <a:gd name="T35" fmla="*/ 7 h 512"/>
                  <a:gd name="T36" fmla="*/ 266 w 511"/>
                  <a:gd name="T37" fmla="*/ 0 h 512"/>
                  <a:gd name="T38" fmla="*/ 247 w 511"/>
                  <a:gd name="T39" fmla="*/ 0 h 512"/>
                  <a:gd name="T40" fmla="*/ 239 w 511"/>
                  <a:gd name="T41" fmla="*/ 7 h 512"/>
                  <a:gd name="T42" fmla="*/ 239 w 511"/>
                  <a:gd name="T43" fmla="*/ 32 h 512"/>
                  <a:gd name="T44" fmla="*/ 190 w 511"/>
                  <a:gd name="T45" fmla="*/ 83 h 512"/>
                  <a:gd name="T46" fmla="*/ 15 w 511"/>
                  <a:gd name="T47" fmla="*/ 83 h 512"/>
                  <a:gd name="T48" fmla="*/ 0 w 511"/>
                  <a:gd name="T49" fmla="*/ 97 h 512"/>
                  <a:gd name="T50" fmla="*/ 15 w 511"/>
                  <a:gd name="T51" fmla="*/ 112 h 512"/>
                  <a:gd name="T52" fmla="*/ 83 w 511"/>
                  <a:gd name="T53" fmla="*/ 112 h 512"/>
                  <a:gd name="T54" fmla="*/ 3 w 511"/>
                  <a:gd name="T55" fmla="*/ 266 h 512"/>
                  <a:gd name="T56" fmla="*/ 15 w 511"/>
                  <a:gd name="T57" fmla="*/ 266 h 512"/>
                  <a:gd name="T58" fmla="*/ 95 w 511"/>
                  <a:gd name="T59" fmla="*/ 112 h 512"/>
                  <a:gd name="T60" fmla="*/ 106 w 511"/>
                  <a:gd name="T61" fmla="*/ 112 h 512"/>
                  <a:gd name="T62" fmla="*/ 186 w 511"/>
                  <a:gd name="T63" fmla="*/ 266 h 512"/>
                  <a:gd name="T64" fmla="*/ 198 w 511"/>
                  <a:gd name="T65" fmla="*/ 266 h 512"/>
                  <a:gd name="T66" fmla="*/ 118 w 511"/>
                  <a:gd name="T67" fmla="*/ 112 h 512"/>
                  <a:gd name="T68" fmla="*/ 190 w 511"/>
                  <a:gd name="T69" fmla="*/ 112 h 512"/>
                  <a:gd name="T70" fmla="*/ 239 w 511"/>
                  <a:gd name="T71" fmla="*/ 162 h 512"/>
                  <a:gd name="T72" fmla="*/ 239 w 511"/>
                  <a:gd name="T73" fmla="*/ 476 h 512"/>
                  <a:gd name="T74" fmla="*/ 178 w 511"/>
                  <a:gd name="T75" fmla="*/ 476 h 512"/>
                  <a:gd name="T76" fmla="*/ 159 w 511"/>
                  <a:gd name="T77" fmla="*/ 494 h 512"/>
                  <a:gd name="T78" fmla="*/ 178 w 511"/>
                  <a:gd name="T79" fmla="*/ 512 h 512"/>
                  <a:gd name="T80" fmla="*/ 335 w 511"/>
                  <a:gd name="T81" fmla="*/ 512 h 512"/>
                  <a:gd name="T82" fmla="*/ 353 w 511"/>
                  <a:gd name="T83" fmla="*/ 494 h 512"/>
                  <a:gd name="T84" fmla="*/ 335 w 511"/>
                  <a:gd name="T85" fmla="*/ 476 h 512"/>
                  <a:gd name="T86" fmla="*/ 218 w 511"/>
                  <a:gd name="T87" fmla="*/ 97 h 512"/>
                  <a:gd name="T88" fmla="*/ 256 w 511"/>
                  <a:gd name="T89" fmla="*/ 59 h 512"/>
                  <a:gd name="T90" fmla="*/ 294 w 511"/>
                  <a:gd name="T91" fmla="*/ 97 h 512"/>
                  <a:gd name="T92" fmla="*/ 256 w 511"/>
                  <a:gd name="T93" fmla="*/ 135 h 512"/>
                  <a:gd name="T94" fmla="*/ 218 w 511"/>
                  <a:gd name="T95" fmla="*/ 97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11" h="512">
                    <a:moveTo>
                      <a:pt x="335" y="476"/>
                    </a:moveTo>
                    <a:cubicBezTo>
                      <a:pt x="273" y="476"/>
                      <a:pt x="273" y="476"/>
                      <a:pt x="273" y="476"/>
                    </a:cubicBezTo>
                    <a:cubicBezTo>
                      <a:pt x="273" y="162"/>
                      <a:pt x="273" y="162"/>
                      <a:pt x="273" y="162"/>
                    </a:cubicBezTo>
                    <a:cubicBezTo>
                      <a:pt x="297" y="156"/>
                      <a:pt x="316" y="136"/>
                      <a:pt x="322" y="112"/>
                    </a:cubicBezTo>
                    <a:cubicBezTo>
                      <a:pt x="394" y="112"/>
                      <a:pt x="394" y="112"/>
                      <a:pt x="394" y="112"/>
                    </a:cubicBezTo>
                    <a:cubicBezTo>
                      <a:pt x="314" y="266"/>
                      <a:pt x="314" y="266"/>
                      <a:pt x="314" y="266"/>
                    </a:cubicBezTo>
                    <a:cubicBezTo>
                      <a:pt x="326" y="266"/>
                      <a:pt x="326" y="266"/>
                      <a:pt x="326" y="266"/>
                    </a:cubicBezTo>
                    <a:cubicBezTo>
                      <a:pt x="406" y="112"/>
                      <a:pt x="406" y="112"/>
                      <a:pt x="406" y="112"/>
                    </a:cubicBezTo>
                    <a:cubicBezTo>
                      <a:pt x="417" y="112"/>
                      <a:pt x="417" y="112"/>
                      <a:pt x="417" y="112"/>
                    </a:cubicBezTo>
                    <a:cubicBezTo>
                      <a:pt x="497" y="266"/>
                      <a:pt x="497" y="266"/>
                      <a:pt x="497" y="266"/>
                    </a:cubicBezTo>
                    <a:cubicBezTo>
                      <a:pt x="509" y="266"/>
                      <a:pt x="509" y="266"/>
                      <a:pt x="509" y="266"/>
                    </a:cubicBezTo>
                    <a:cubicBezTo>
                      <a:pt x="429" y="112"/>
                      <a:pt x="429" y="112"/>
                      <a:pt x="429" y="112"/>
                    </a:cubicBezTo>
                    <a:cubicBezTo>
                      <a:pt x="497" y="112"/>
                      <a:pt x="497" y="112"/>
                      <a:pt x="497" y="112"/>
                    </a:cubicBezTo>
                    <a:cubicBezTo>
                      <a:pt x="505" y="112"/>
                      <a:pt x="511" y="105"/>
                      <a:pt x="511" y="97"/>
                    </a:cubicBezTo>
                    <a:cubicBezTo>
                      <a:pt x="511" y="89"/>
                      <a:pt x="505" y="83"/>
                      <a:pt x="497" y="83"/>
                    </a:cubicBezTo>
                    <a:cubicBezTo>
                      <a:pt x="322" y="83"/>
                      <a:pt x="322" y="83"/>
                      <a:pt x="322" y="83"/>
                    </a:cubicBezTo>
                    <a:cubicBezTo>
                      <a:pt x="316" y="58"/>
                      <a:pt x="297" y="39"/>
                      <a:pt x="273" y="32"/>
                    </a:cubicBezTo>
                    <a:cubicBezTo>
                      <a:pt x="273" y="7"/>
                      <a:pt x="273" y="7"/>
                      <a:pt x="273" y="7"/>
                    </a:cubicBezTo>
                    <a:cubicBezTo>
                      <a:pt x="273" y="3"/>
                      <a:pt x="270" y="0"/>
                      <a:pt x="266" y="0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2" y="0"/>
                      <a:pt x="239" y="3"/>
                      <a:pt x="239" y="7"/>
                    </a:cubicBezTo>
                    <a:cubicBezTo>
                      <a:pt x="239" y="32"/>
                      <a:pt x="239" y="32"/>
                      <a:pt x="239" y="32"/>
                    </a:cubicBezTo>
                    <a:cubicBezTo>
                      <a:pt x="215" y="38"/>
                      <a:pt x="196" y="58"/>
                      <a:pt x="190" y="83"/>
                    </a:cubicBezTo>
                    <a:cubicBezTo>
                      <a:pt x="15" y="83"/>
                      <a:pt x="15" y="83"/>
                      <a:pt x="15" y="83"/>
                    </a:cubicBezTo>
                    <a:cubicBezTo>
                      <a:pt x="7" y="83"/>
                      <a:pt x="0" y="89"/>
                      <a:pt x="0" y="97"/>
                    </a:cubicBezTo>
                    <a:cubicBezTo>
                      <a:pt x="0" y="105"/>
                      <a:pt x="7" y="112"/>
                      <a:pt x="15" y="112"/>
                    </a:cubicBezTo>
                    <a:cubicBezTo>
                      <a:pt x="83" y="112"/>
                      <a:pt x="83" y="112"/>
                      <a:pt x="83" y="112"/>
                    </a:cubicBezTo>
                    <a:cubicBezTo>
                      <a:pt x="3" y="266"/>
                      <a:pt x="3" y="266"/>
                      <a:pt x="3" y="266"/>
                    </a:cubicBezTo>
                    <a:cubicBezTo>
                      <a:pt x="15" y="266"/>
                      <a:pt x="15" y="266"/>
                      <a:pt x="15" y="266"/>
                    </a:cubicBezTo>
                    <a:cubicBezTo>
                      <a:pt x="95" y="112"/>
                      <a:pt x="95" y="112"/>
                      <a:pt x="95" y="112"/>
                    </a:cubicBezTo>
                    <a:cubicBezTo>
                      <a:pt x="106" y="112"/>
                      <a:pt x="106" y="112"/>
                      <a:pt x="106" y="112"/>
                    </a:cubicBezTo>
                    <a:cubicBezTo>
                      <a:pt x="186" y="266"/>
                      <a:pt x="186" y="266"/>
                      <a:pt x="186" y="266"/>
                    </a:cubicBezTo>
                    <a:cubicBezTo>
                      <a:pt x="198" y="266"/>
                      <a:pt x="198" y="266"/>
                      <a:pt x="198" y="266"/>
                    </a:cubicBezTo>
                    <a:cubicBezTo>
                      <a:pt x="118" y="112"/>
                      <a:pt x="118" y="112"/>
                      <a:pt x="118" y="112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6" y="136"/>
                      <a:pt x="215" y="156"/>
                      <a:pt x="239" y="162"/>
                    </a:cubicBezTo>
                    <a:cubicBezTo>
                      <a:pt x="239" y="476"/>
                      <a:pt x="239" y="476"/>
                      <a:pt x="239" y="476"/>
                    </a:cubicBezTo>
                    <a:cubicBezTo>
                      <a:pt x="178" y="476"/>
                      <a:pt x="178" y="476"/>
                      <a:pt x="178" y="476"/>
                    </a:cubicBezTo>
                    <a:cubicBezTo>
                      <a:pt x="168" y="476"/>
                      <a:pt x="159" y="484"/>
                      <a:pt x="159" y="494"/>
                    </a:cubicBezTo>
                    <a:cubicBezTo>
                      <a:pt x="159" y="504"/>
                      <a:pt x="168" y="512"/>
                      <a:pt x="178" y="512"/>
                    </a:cubicBezTo>
                    <a:cubicBezTo>
                      <a:pt x="335" y="512"/>
                      <a:pt x="335" y="512"/>
                      <a:pt x="335" y="512"/>
                    </a:cubicBezTo>
                    <a:cubicBezTo>
                      <a:pt x="345" y="512"/>
                      <a:pt x="353" y="504"/>
                      <a:pt x="353" y="494"/>
                    </a:cubicBezTo>
                    <a:cubicBezTo>
                      <a:pt x="353" y="484"/>
                      <a:pt x="345" y="476"/>
                      <a:pt x="335" y="476"/>
                    </a:cubicBezTo>
                    <a:close/>
                    <a:moveTo>
                      <a:pt x="218" y="97"/>
                    </a:moveTo>
                    <a:cubicBezTo>
                      <a:pt x="218" y="76"/>
                      <a:pt x="235" y="59"/>
                      <a:pt x="256" y="59"/>
                    </a:cubicBezTo>
                    <a:cubicBezTo>
                      <a:pt x="277" y="59"/>
                      <a:pt x="294" y="76"/>
                      <a:pt x="294" y="97"/>
                    </a:cubicBezTo>
                    <a:cubicBezTo>
                      <a:pt x="294" y="118"/>
                      <a:pt x="277" y="135"/>
                      <a:pt x="256" y="135"/>
                    </a:cubicBezTo>
                    <a:cubicBezTo>
                      <a:pt x="235" y="135"/>
                      <a:pt x="218" y="118"/>
                      <a:pt x="218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 sz="3599"/>
              </a:p>
            </p:txBody>
          </p:sp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0849D2EA-6C6B-7D6D-C8DA-EBA175537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0025" y="2301875"/>
                <a:ext cx="153988" cy="55563"/>
              </a:xfrm>
              <a:custGeom>
                <a:avLst/>
                <a:gdLst>
                  <a:gd name="T0" fmla="*/ 201 w 201"/>
                  <a:gd name="T1" fmla="*/ 0 h 73"/>
                  <a:gd name="T2" fmla="*/ 0 w 201"/>
                  <a:gd name="T3" fmla="*/ 0 h 73"/>
                  <a:gd name="T4" fmla="*/ 0 w 201"/>
                  <a:gd name="T5" fmla="*/ 1 h 73"/>
                  <a:gd name="T6" fmla="*/ 73 w 201"/>
                  <a:gd name="T7" fmla="*/ 73 h 73"/>
                  <a:gd name="T8" fmla="*/ 128 w 201"/>
                  <a:gd name="T9" fmla="*/ 73 h 73"/>
                  <a:gd name="T10" fmla="*/ 201 w 201"/>
                  <a:gd name="T11" fmla="*/ 1 h 73"/>
                  <a:gd name="T12" fmla="*/ 201 w 201"/>
                  <a:gd name="T1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1" h="73">
                    <a:moveTo>
                      <a:pt x="20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41"/>
                      <a:pt x="33" y="73"/>
                      <a:pt x="73" y="73"/>
                    </a:cubicBezTo>
                    <a:cubicBezTo>
                      <a:pt x="128" y="73"/>
                      <a:pt x="128" y="73"/>
                      <a:pt x="128" y="73"/>
                    </a:cubicBezTo>
                    <a:cubicBezTo>
                      <a:pt x="168" y="73"/>
                      <a:pt x="201" y="41"/>
                      <a:pt x="201" y="1"/>
                    </a:cubicBezTo>
                    <a:cubicBezTo>
                      <a:pt x="201" y="0"/>
                      <a:pt x="201" y="0"/>
                      <a:pt x="2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 sz="3599"/>
              </a:p>
            </p:txBody>
          </p:sp>
        </p:grp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1B3C615E-8E79-E59B-32DA-A113018BC979}"/>
                </a:ext>
              </a:extLst>
            </p:cNvPr>
            <p:cNvSpPr txBox="1"/>
            <p:nvPr/>
          </p:nvSpPr>
          <p:spPr>
            <a:xfrm>
              <a:off x="6414977" y="2923145"/>
              <a:ext cx="4736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i="1" err="1">
                  <a:solidFill>
                    <a:schemeClr val="bg1"/>
                  </a:solidFill>
                  <a:latin typeface="Calibri" panose="020F0502020204030204" pitchFamily="34" charset="0"/>
                </a:rPr>
                <a:t>Opting</a:t>
              </a:r>
              <a:r>
                <a:rPr lang="it-IT" sz="2400" i="1">
                  <a:solidFill>
                    <a:schemeClr val="bg1"/>
                  </a:solidFill>
                  <a:latin typeface="Calibri" panose="020F0502020204030204" pitchFamily="34" charset="0"/>
                </a:rPr>
                <a:t>-out</a:t>
              </a:r>
              <a:r>
                <a:rPr lang="it-IT" sz="2000" i="1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it-IT" sz="2000">
                  <a:solidFill>
                    <a:schemeClr val="bg1"/>
                  </a:solidFill>
                  <a:latin typeface="Calibri" panose="020F0502020204030204" pitchFamily="34" charset="0"/>
                </a:rPr>
                <a:t>a vantaggio della solidarietà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C599E09-CBC4-69DB-B22C-9D77CFA6B6AE}"/>
              </a:ext>
            </a:extLst>
          </p:cNvPr>
          <p:cNvGrpSpPr/>
          <p:nvPr/>
        </p:nvGrpSpPr>
        <p:grpSpPr>
          <a:xfrm>
            <a:off x="5711750" y="4098105"/>
            <a:ext cx="5717187" cy="769441"/>
            <a:chOff x="5711750" y="3858872"/>
            <a:chExt cx="5717187" cy="769441"/>
          </a:xfrm>
        </p:grpSpPr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366B3100-F4B9-D613-C232-AF9EF92EA727}"/>
                </a:ext>
              </a:extLst>
            </p:cNvPr>
            <p:cNvGrpSpPr/>
            <p:nvPr/>
          </p:nvGrpSpPr>
          <p:grpSpPr>
            <a:xfrm>
              <a:off x="5711750" y="3928592"/>
              <a:ext cx="478420" cy="630000"/>
              <a:chOff x="6172201" y="860425"/>
              <a:chExt cx="658813" cy="895350"/>
            </a:xfrm>
            <a:solidFill>
              <a:srgbClr val="00B0F0"/>
            </a:solidFill>
          </p:grpSpPr>
          <p:sp>
            <p:nvSpPr>
              <p:cNvPr id="21" name="Freeform 1943">
                <a:extLst>
                  <a:ext uri="{FF2B5EF4-FFF2-40B4-BE49-F238E27FC236}">
                    <a16:creationId xmlns:a16="http://schemas.microsoft.com/office/drawing/2014/main" id="{449BA8FE-DFB9-071B-8224-A2E614EFAE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3326" y="860425"/>
                <a:ext cx="450850" cy="557213"/>
              </a:xfrm>
              <a:custGeom>
                <a:avLst/>
                <a:gdLst>
                  <a:gd name="T0" fmla="*/ 216 w 251"/>
                  <a:gd name="T1" fmla="*/ 233 h 311"/>
                  <a:gd name="T2" fmla="*/ 242 w 251"/>
                  <a:gd name="T3" fmla="*/ 197 h 311"/>
                  <a:gd name="T4" fmla="*/ 232 w 251"/>
                  <a:gd name="T5" fmla="*/ 164 h 311"/>
                  <a:gd name="T6" fmla="*/ 197 w 251"/>
                  <a:gd name="T7" fmla="*/ 69 h 311"/>
                  <a:gd name="T8" fmla="*/ 78 w 251"/>
                  <a:gd name="T9" fmla="*/ 48 h 311"/>
                  <a:gd name="T10" fmla="*/ 44 w 251"/>
                  <a:gd name="T11" fmla="*/ 78 h 311"/>
                  <a:gd name="T12" fmla="*/ 17 w 251"/>
                  <a:gd name="T13" fmla="*/ 161 h 311"/>
                  <a:gd name="T14" fmla="*/ 2 w 251"/>
                  <a:gd name="T15" fmla="*/ 197 h 311"/>
                  <a:gd name="T16" fmla="*/ 29 w 251"/>
                  <a:gd name="T17" fmla="*/ 233 h 311"/>
                  <a:gd name="T18" fmla="*/ 123 w 251"/>
                  <a:gd name="T19" fmla="*/ 311 h 311"/>
                  <a:gd name="T20" fmla="*/ 216 w 251"/>
                  <a:gd name="T21" fmla="*/ 233 h 311"/>
                  <a:gd name="T22" fmla="*/ 123 w 251"/>
                  <a:gd name="T23" fmla="*/ 291 h 311"/>
                  <a:gd name="T24" fmla="*/ 37 w 251"/>
                  <a:gd name="T25" fmla="*/ 173 h 311"/>
                  <a:gd name="T26" fmla="*/ 37 w 251"/>
                  <a:gd name="T27" fmla="*/ 153 h 311"/>
                  <a:gd name="T28" fmla="*/ 171 w 251"/>
                  <a:gd name="T29" fmla="*/ 104 h 311"/>
                  <a:gd name="T30" fmla="*/ 208 w 251"/>
                  <a:gd name="T31" fmla="*/ 171 h 311"/>
                  <a:gd name="T32" fmla="*/ 208 w 251"/>
                  <a:gd name="T33" fmla="*/ 173 h 311"/>
                  <a:gd name="T34" fmla="*/ 123 w 251"/>
                  <a:gd name="T35" fmla="*/ 291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1" h="311">
                    <a:moveTo>
                      <a:pt x="216" y="233"/>
                    </a:moveTo>
                    <a:cubicBezTo>
                      <a:pt x="229" y="230"/>
                      <a:pt x="240" y="220"/>
                      <a:pt x="242" y="197"/>
                    </a:cubicBezTo>
                    <a:cubicBezTo>
                      <a:pt x="243" y="179"/>
                      <a:pt x="239" y="169"/>
                      <a:pt x="232" y="164"/>
                    </a:cubicBezTo>
                    <a:cubicBezTo>
                      <a:pt x="251" y="84"/>
                      <a:pt x="197" y="69"/>
                      <a:pt x="197" y="69"/>
                    </a:cubicBezTo>
                    <a:cubicBezTo>
                      <a:pt x="197" y="69"/>
                      <a:pt x="157" y="0"/>
                      <a:pt x="78" y="48"/>
                    </a:cubicBezTo>
                    <a:cubicBezTo>
                      <a:pt x="68" y="55"/>
                      <a:pt x="53" y="66"/>
                      <a:pt x="44" y="78"/>
                    </a:cubicBezTo>
                    <a:cubicBezTo>
                      <a:pt x="29" y="94"/>
                      <a:pt x="19" y="120"/>
                      <a:pt x="17" y="161"/>
                    </a:cubicBezTo>
                    <a:cubicBezTo>
                      <a:pt x="7" y="165"/>
                      <a:pt x="0" y="174"/>
                      <a:pt x="2" y="197"/>
                    </a:cubicBezTo>
                    <a:cubicBezTo>
                      <a:pt x="4" y="221"/>
                      <a:pt x="16" y="231"/>
                      <a:pt x="29" y="233"/>
                    </a:cubicBezTo>
                    <a:cubicBezTo>
                      <a:pt x="47" y="276"/>
                      <a:pt x="81" y="311"/>
                      <a:pt x="123" y="311"/>
                    </a:cubicBezTo>
                    <a:cubicBezTo>
                      <a:pt x="164" y="311"/>
                      <a:pt x="199" y="276"/>
                      <a:pt x="216" y="233"/>
                    </a:cubicBezTo>
                    <a:moveTo>
                      <a:pt x="123" y="291"/>
                    </a:moveTo>
                    <a:cubicBezTo>
                      <a:pt x="75" y="291"/>
                      <a:pt x="37" y="227"/>
                      <a:pt x="37" y="173"/>
                    </a:cubicBezTo>
                    <a:cubicBezTo>
                      <a:pt x="37" y="166"/>
                      <a:pt x="37" y="159"/>
                      <a:pt x="37" y="153"/>
                    </a:cubicBezTo>
                    <a:cubicBezTo>
                      <a:pt x="107" y="156"/>
                      <a:pt x="148" y="128"/>
                      <a:pt x="171" y="104"/>
                    </a:cubicBezTo>
                    <a:cubicBezTo>
                      <a:pt x="192" y="125"/>
                      <a:pt x="203" y="152"/>
                      <a:pt x="208" y="171"/>
                    </a:cubicBezTo>
                    <a:cubicBezTo>
                      <a:pt x="208" y="172"/>
                      <a:pt x="208" y="173"/>
                      <a:pt x="208" y="173"/>
                    </a:cubicBezTo>
                    <a:cubicBezTo>
                      <a:pt x="208" y="227"/>
                      <a:pt x="170" y="291"/>
                      <a:pt x="123" y="29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2" name="Freeform 1944">
                <a:extLst>
                  <a:ext uri="{FF2B5EF4-FFF2-40B4-BE49-F238E27FC236}">
                    <a16:creationId xmlns:a16="http://schemas.microsoft.com/office/drawing/2014/main" id="{EC39CD52-5A14-2BB5-DDB3-58699D074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2201" y="1400175"/>
                <a:ext cx="304800" cy="355600"/>
              </a:xfrm>
              <a:custGeom>
                <a:avLst/>
                <a:gdLst>
                  <a:gd name="T0" fmla="*/ 157 w 170"/>
                  <a:gd name="T1" fmla="*/ 71 h 198"/>
                  <a:gd name="T2" fmla="*/ 163 w 170"/>
                  <a:gd name="T3" fmla="*/ 48 h 198"/>
                  <a:gd name="T4" fmla="*/ 167 w 170"/>
                  <a:gd name="T5" fmla="*/ 42 h 198"/>
                  <a:gd name="T6" fmla="*/ 165 w 170"/>
                  <a:gd name="T7" fmla="*/ 40 h 198"/>
                  <a:gd name="T8" fmla="*/ 116 w 170"/>
                  <a:gd name="T9" fmla="*/ 0 h 198"/>
                  <a:gd name="T10" fmla="*/ 86 w 170"/>
                  <a:gd name="T11" fmla="*/ 7 h 198"/>
                  <a:gd name="T12" fmla="*/ 0 w 170"/>
                  <a:gd name="T13" fmla="*/ 111 h 198"/>
                  <a:gd name="T14" fmla="*/ 0 w 170"/>
                  <a:gd name="T15" fmla="*/ 175 h 198"/>
                  <a:gd name="T16" fmla="*/ 24 w 170"/>
                  <a:gd name="T17" fmla="*/ 198 h 198"/>
                  <a:gd name="T18" fmla="*/ 151 w 170"/>
                  <a:gd name="T19" fmla="*/ 198 h 198"/>
                  <a:gd name="T20" fmla="*/ 170 w 170"/>
                  <a:gd name="T21" fmla="*/ 88 h 198"/>
                  <a:gd name="T22" fmla="*/ 157 w 170"/>
                  <a:gd name="T23" fmla="*/ 71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0" h="198">
                    <a:moveTo>
                      <a:pt x="157" y="71"/>
                    </a:moveTo>
                    <a:cubicBezTo>
                      <a:pt x="163" y="48"/>
                      <a:pt x="163" y="48"/>
                      <a:pt x="163" y="48"/>
                    </a:cubicBezTo>
                    <a:cubicBezTo>
                      <a:pt x="164" y="46"/>
                      <a:pt x="165" y="43"/>
                      <a:pt x="167" y="42"/>
                    </a:cubicBezTo>
                    <a:cubicBezTo>
                      <a:pt x="166" y="41"/>
                      <a:pt x="166" y="41"/>
                      <a:pt x="165" y="4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35" y="19"/>
                      <a:pt x="0" y="61"/>
                      <a:pt x="0" y="111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188"/>
                      <a:pt x="11" y="198"/>
                      <a:pt x="24" y="198"/>
                    </a:cubicBezTo>
                    <a:cubicBezTo>
                      <a:pt x="151" y="198"/>
                      <a:pt x="151" y="198"/>
                      <a:pt x="151" y="198"/>
                    </a:cubicBezTo>
                    <a:cubicBezTo>
                      <a:pt x="170" y="88"/>
                      <a:pt x="170" y="88"/>
                      <a:pt x="170" y="88"/>
                    </a:cubicBezTo>
                    <a:cubicBezTo>
                      <a:pt x="162" y="88"/>
                      <a:pt x="155" y="80"/>
                      <a:pt x="157" y="7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3" name="Freeform 1945">
                <a:extLst>
                  <a:ext uri="{FF2B5EF4-FFF2-40B4-BE49-F238E27FC236}">
                    <a16:creationId xmlns:a16="http://schemas.microsoft.com/office/drawing/2014/main" id="{85EC074B-62DE-64E4-7909-E73323FBF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7801" y="1400175"/>
                <a:ext cx="303213" cy="355600"/>
              </a:xfrm>
              <a:custGeom>
                <a:avLst/>
                <a:gdLst>
                  <a:gd name="T0" fmla="*/ 83 w 169"/>
                  <a:gd name="T1" fmla="*/ 7 h 198"/>
                  <a:gd name="T2" fmla="*/ 54 w 169"/>
                  <a:gd name="T3" fmla="*/ 0 h 198"/>
                  <a:gd name="T4" fmla="*/ 5 w 169"/>
                  <a:gd name="T5" fmla="*/ 40 h 198"/>
                  <a:gd name="T6" fmla="*/ 3 w 169"/>
                  <a:gd name="T7" fmla="*/ 42 h 198"/>
                  <a:gd name="T8" fmla="*/ 7 w 169"/>
                  <a:gd name="T9" fmla="*/ 48 h 198"/>
                  <a:gd name="T10" fmla="*/ 13 w 169"/>
                  <a:gd name="T11" fmla="*/ 71 h 198"/>
                  <a:gd name="T12" fmla="*/ 0 w 169"/>
                  <a:gd name="T13" fmla="*/ 88 h 198"/>
                  <a:gd name="T14" fmla="*/ 19 w 169"/>
                  <a:gd name="T15" fmla="*/ 198 h 198"/>
                  <a:gd name="T16" fmla="*/ 146 w 169"/>
                  <a:gd name="T17" fmla="*/ 198 h 198"/>
                  <a:gd name="T18" fmla="*/ 169 w 169"/>
                  <a:gd name="T19" fmla="*/ 175 h 198"/>
                  <a:gd name="T20" fmla="*/ 169 w 169"/>
                  <a:gd name="T21" fmla="*/ 111 h 198"/>
                  <a:gd name="T22" fmla="*/ 83 w 169"/>
                  <a:gd name="T23" fmla="*/ 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9" h="198">
                    <a:moveTo>
                      <a:pt x="83" y="7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4" y="41"/>
                      <a:pt x="4" y="41"/>
                      <a:pt x="3" y="42"/>
                    </a:cubicBezTo>
                    <a:cubicBezTo>
                      <a:pt x="5" y="43"/>
                      <a:pt x="6" y="46"/>
                      <a:pt x="7" y="48"/>
                    </a:cubicBezTo>
                    <a:cubicBezTo>
                      <a:pt x="13" y="71"/>
                      <a:pt x="13" y="71"/>
                      <a:pt x="13" y="71"/>
                    </a:cubicBezTo>
                    <a:cubicBezTo>
                      <a:pt x="15" y="80"/>
                      <a:pt x="8" y="88"/>
                      <a:pt x="0" y="88"/>
                    </a:cubicBezTo>
                    <a:cubicBezTo>
                      <a:pt x="19" y="198"/>
                      <a:pt x="19" y="198"/>
                      <a:pt x="19" y="198"/>
                    </a:cubicBezTo>
                    <a:cubicBezTo>
                      <a:pt x="146" y="198"/>
                      <a:pt x="146" y="198"/>
                      <a:pt x="146" y="198"/>
                    </a:cubicBezTo>
                    <a:cubicBezTo>
                      <a:pt x="159" y="198"/>
                      <a:pt x="169" y="188"/>
                      <a:pt x="169" y="175"/>
                    </a:cubicBezTo>
                    <a:cubicBezTo>
                      <a:pt x="169" y="111"/>
                      <a:pt x="169" y="111"/>
                      <a:pt x="169" y="111"/>
                    </a:cubicBezTo>
                    <a:cubicBezTo>
                      <a:pt x="169" y="61"/>
                      <a:pt x="134" y="19"/>
                      <a:pt x="83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</p:grp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EB990B16-D10B-A99C-F2AE-E14544689E5D}"/>
                </a:ext>
              </a:extLst>
            </p:cNvPr>
            <p:cNvSpPr txBox="1"/>
            <p:nvPr/>
          </p:nvSpPr>
          <p:spPr>
            <a:xfrm>
              <a:off x="6414977" y="3858872"/>
              <a:ext cx="50139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i="1" err="1">
                  <a:solidFill>
                    <a:schemeClr val="bg1"/>
                  </a:solidFill>
                  <a:latin typeface="Calibri" panose="020F0502020204030204" pitchFamily="34" charset="0"/>
                </a:rPr>
                <a:t>Exception</a:t>
              </a:r>
              <a:r>
                <a:rPr lang="it-IT" sz="2400" i="1">
                  <a:solidFill>
                    <a:schemeClr val="bg1"/>
                  </a:solidFill>
                  <a:latin typeface="Calibri" panose="020F0502020204030204" pitchFamily="34" charset="0"/>
                </a:rPr>
                <a:t> management </a:t>
              </a:r>
              <a:r>
                <a:rPr lang="it-IT" sz="2000">
                  <a:solidFill>
                    <a:schemeClr val="bg1"/>
                  </a:solidFill>
                  <a:latin typeface="Calibri" panose="020F0502020204030204" pitchFamily="34" charset="0"/>
                </a:rPr>
                <a:t>per affinare progressivamente la gestione delle politiche</a:t>
              </a:r>
            </a:p>
          </p:txBody>
        </p:sp>
      </p:grpSp>
      <p:pic>
        <p:nvPicPr>
          <p:cNvPr id="2" name="Immagine 1">
            <a:extLst>
              <a:ext uri="{FF2B5EF4-FFF2-40B4-BE49-F238E27FC236}">
                <a16:creationId xmlns:a16="http://schemas.microsoft.com/office/drawing/2014/main" id="{19940862-9FC3-CFD5-9C1B-D8943C698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6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9">
            <a:extLst>
              <a:ext uri="{FF2B5EF4-FFF2-40B4-BE49-F238E27FC236}">
                <a16:creationId xmlns:a16="http://schemas.microsoft.com/office/drawing/2014/main" id="{2F134BED-C572-09BE-3D25-83FCBAC10075}"/>
              </a:ext>
            </a:extLst>
          </p:cNvPr>
          <p:cNvSpPr txBox="1">
            <a:spLocks/>
          </p:cNvSpPr>
          <p:nvPr/>
        </p:nvSpPr>
        <p:spPr>
          <a:xfrm>
            <a:off x="366707" y="1533791"/>
            <a:ext cx="5041323" cy="6960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177">
                <a:solidFill>
                  <a:schemeClr val="accent3"/>
                </a:solidFill>
              </a:rPr>
              <a:t>Lo shock inflattivo compromette i livelli essenziali di benessere</a:t>
            </a:r>
          </a:p>
        </p:txBody>
      </p:sp>
      <p:sp>
        <p:nvSpPr>
          <p:cNvPr id="4" name="Titolo 9">
            <a:extLst>
              <a:ext uri="{FF2B5EF4-FFF2-40B4-BE49-F238E27FC236}">
                <a16:creationId xmlns:a16="http://schemas.microsoft.com/office/drawing/2014/main" id="{C76800A8-A252-4D46-89EC-C92185CAFF88}"/>
              </a:ext>
            </a:extLst>
          </p:cNvPr>
          <p:cNvSpPr txBox="1">
            <a:spLocks/>
          </p:cNvSpPr>
          <p:nvPr/>
        </p:nvSpPr>
        <p:spPr>
          <a:xfrm>
            <a:off x="366707" y="683949"/>
            <a:ext cx="10632673" cy="5363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chemeClr val="bg1"/>
                </a:solidFill>
              </a:rPr>
              <a:t>Un’applicazione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9FCDDC56-5455-4567-9ED4-7C5A377ED263}"/>
              </a:ext>
            </a:extLst>
          </p:cNvPr>
          <p:cNvSpPr txBox="1">
            <a:spLocks/>
          </p:cNvSpPr>
          <p:nvPr/>
        </p:nvSpPr>
        <p:spPr>
          <a:xfrm>
            <a:off x="6246694" y="3450102"/>
            <a:ext cx="5578599" cy="696031"/>
          </a:xfrm>
          <a:prstGeom prst="rect">
            <a:avLst/>
          </a:prstGeom>
        </p:spPr>
        <p:txBody>
          <a:bodyPr lIns="84614" tIns="42307" rIns="84614" bIns="42307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1800" b="1">
                <a:solidFill>
                  <a:srgbClr val="FFFFFF"/>
                </a:solidFill>
                <a:latin typeface="Candara" panose="020E0502030303020204"/>
              </a:rPr>
              <a:t>Individua le categorie </a:t>
            </a:r>
            <a:r>
              <a:rPr lang="it-IT" sz="1800">
                <a:solidFill>
                  <a:srgbClr val="FFFFFF"/>
                </a:solidFill>
                <a:latin typeface="Candara" panose="020E0502030303020204"/>
              </a:rPr>
              <a:t>su cui concentrare le azioni di sostegno</a:t>
            </a:r>
            <a:endParaRPr lang="it-IT" sz="1800">
              <a:solidFill>
                <a:schemeClr val="bg1"/>
              </a:solidFill>
              <a:latin typeface="Candara" panose="020E0502030303020204"/>
            </a:endParaRPr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0D743226-58F1-DAE3-AB65-A8AD2CA896AF}"/>
              </a:ext>
            </a:extLst>
          </p:cNvPr>
          <p:cNvSpPr txBox="1">
            <a:spLocks/>
          </p:cNvSpPr>
          <p:nvPr/>
        </p:nvSpPr>
        <p:spPr>
          <a:xfrm>
            <a:off x="366707" y="2588884"/>
            <a:ext cx="4543203" cy="861218"/>
          </a:xfrm>
          <a:prstGeom prst="rect">
            <a:avLst/>
          </a:prstGeom>
        </p:spPr>
        <p:txBody>
          <a:bodyPr lIns="84614" tIns="42307" rIns="84614" bIns="42307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1800" b="1">
                <a:solidFill>
                  <a:srgbClr val="FFFFFF"/>
                </a:solidFill>
                <a:latin typeface="Candara" panose="020E0502030303020204"/>
              </a:rPr>
              <a:t>Lo stato incentiva il ruolo sociale delle imprese: </a:t>
            </a:r>
            <a:r>
              <a:rPr lang="it-IT" sz="1800">
                <a:solidFill>
                  <a:srgbClr val="FFFFFF"/>
                </a:solidFill>
                <a:latin typeface="Candara" panose="020E0502030303020204"/>
              </a:rPr>
              <a:t>welfare aziendale, Decreto Aiuti bis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0D0706B9-BC0B-8E1A-C564-9AC7C67B23C1}"/>
              </a:ext>
            </a:extLst>
          </p:cNvPr>
          <p:cNvSpPr txBox="1">
            <a:spLocks/>
          </p:cNvSpPr>
          <p:nvPr/>
        </p:nvSpPr>
        <p:spPr>
          <a:xfrm>
            <a:off x="366707" y="3540808"/>
            <a:ext cx="4543203" cy="861218"/>
          </a:xfrm>
          <a:prstGeom prst="rect">
            <a:avLst/>
          </a:prstGeom>
        </p:spPr>
        <p:txBody>
          <a:bodyPr lIns="84614" tIns="42307" rIns="84614" bIns="42307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1800">
                <a:solidFill>
                  <a:srgbClr val="FFFFFF"/>
                </a:solidFill>
                <a:latin typeface="Candara" panose="020E0502030303020204"/>
              </a:rPr>
              <a:t>Le </a:t>
            </a:r>
            <a:r>
              <a:rPr lang="it-IT" sz="1800" b="1">
                <a:solidFill>
                  <a:srgbClr val="FFFFFF"/>
                </a:solidFill>
                <a:latin typeface="Candara" panose="020E0502030303020204"/>
              </a:rPr>
              <a:t>erogazioni a pioggia </a:t>
            </a:r>
            <a:r>
              <a:rPr lang="it-IT" sz="1800">
                <a:solidFill>
                  <a:srgbClr val="FFFFFF"/>
                </a:solidFill>
                <a:latin typeface="Candara" panose="020E0502030303020204"/>
              </a:rPr>
              <a:t>disperdono risorse e producono effetti inflattivi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D57DBC06-EDAC-EECC-75F2-6BD505B21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694" y="1445534"/>
            <a:ext cx="1977590" cy="831088"/>
          </a:xfrm>
          <a:prstGeom prst="rect">
            <a:avLst/>
          </a:prstGeom>
        </p:spPr>
      </p:pic>
      <p:sp>
        <p:nvSpPr>
          <p:cNvPr id="11" name="Sottotitolo 2">
            <a:extLst>
              <a:ext uri="{FF2B5EF4-FFF2-40B4-BE49-F238E27FC236}">
                <a16:creationId xmlns:a16="http://schemas.microsoft.com/office/drawing/2014/main" id="{B0490AAF-E4F7-82E7-E292-A99380CE83C6}"/>
              </a:ext>
            </a:extLst>
          </p:cNvPr>
          <p:cNvSpPr txBox="1">
            <a:spLocks/>
          </p:cNvSpPr>
          <p:nvPr/>
        </p:nvSpPr>
        <p:spPr>
          <a:xfrm>
            <a:off x="6246694" y="2645705"/>
            <a:ext cx="5578599" cy="747577"/>
          </a:xfrm>
          <a:prstGeom prst="rect">
            <a:avLst/>
          </a:prstGeom>
        </p:spPr>
        <p:txBody>
          <a:bodyPr lIns="84614" tIns="42307" rIns="84614" bIns="42307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b="1">
                <a:solidFill>
                  <a:srgbClr val="FFFFFF"/>
                </a:solidFill>
                <a:latin typeface="Candara" panose="020E0502030303020204"/>
              </a:rPr>
              <a:t>Stima la composizione </a:t>
            </a:r>
            <a:r>
              <a:rPr lang="it-IT" sz="1800">
                <a:solidFill>
                  <a:srgbClr val="FFFFFF"/>
                </a:solidFill>
                <a:latin typeface="Candara" panose="020E0502030303020204"/>
              </a:rPr>
              <a:t>della popolazione aziendale per profili familiari e condizione economica</a:t>
            </a:r>
          </a:p>
        </p:txBody>
      </p:sp>
      <p:sp>
        <p:nvSpPr>
          <p:cNvPr id="12" name="Sottotitolo 2">
            <a:extLst>
              <a:ext uri="{FF2B5EF4-FFF2-40B4-BE49-F238E27FC236}">
                <a16:creationId xmlns:a16="http://schemas.microsoft.com/office/drawing/2014/main" id="{F593ECD3-9516-7554-B5A4-3744A71F72DC}"/>
              </a:ext>
            </a:extLst>
          </p:cNvPr>
          <p:cNvSpPr txBox="1">
            <a:spLocks/>
          </p:cNvSpPr>
          <p:nvPr/>
        </p:nvSpPr>
        <p:spPr>
          <a:xfrm>
            <a:off x="6246694" y="4068886"/>
            <a:ext cx="5578599" cy="645852"/>
          </a:xfrm>
          <a:prstGeom prst="rect">
            <a:avLst/>
          </a:prstGeom>
        </p:spPr>
        <p:txBody>
          <a:bodyPr lIns="84614" tIns="42307" rIns="84614" bIns="42307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1800" b="1">
                <a:solidFill>
                  <a:schemeClr val="bg1"/>
                </a:solidFill>
                <a:latin typeface="Candara" panose="020E0502030303020204"/>
              </a:rPr>
              <a:t>Misura il fabbisogno </a:t>
            </a:r>
            <a:r>
              <a:rPr lang="it-IT" sz="1800">
                <a:solidFill>
                  <a:schemeClr val="bg1"/>
                </a:solidFill>
                <a:latin typeface="Candara" panose="020E0502030303020204"/>
              </a:rPr>
              <a:t>delle famiglie</a:t>
            </a: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3D6A142F-34FA-47D9-2F87-25EA5EB1AFA9}"/>
              </a:ext>
            </a:extLst>
          </p:cNvPr>
          <p:cNvSpPr txBox="1">
            <a:spLocks/>
          </p:cNvSpPr>
          <p:nvPr/>
        </p:nvSpPr>
        <p:spPr>
          <a:xfrm>
            <a:off x="6246694" y="4764917"/>
            <a:ext cx="5578599" cy="696031"/>
          </a:xfrm>
          <a:prstGeom prst="rect">
            <a:avLst/>
          </a:prstGeom>
        </p:spPr>
        <p:txBody>
          <a:bodyPr lIns="84614" tIns="42307" rIns="84614" bIns="42307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Segoe UI Regular" panose="020B0502040204020203" pitchFamily="34" charset="0"/>
                <a:ea typeface="Noto Sans Old Italic" panose="020B0502040504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1800" b="1">
                <a:solidFill>
                  <a:schemeClr val="bg1"/>
                </a:solidFill>
                <a:latin typeface="Candara" panose="020E0502030303020204"/>
              </a:rPr>
              <a:t>Pianifica e gestisce </a:t>
            </a:r>
            <a:r>
              <a:rPr lang="it-IT" sz="1800">
                <a:solidFill>
                  <a:schemeClr val="bg1"/>
                </a:solidFill>
                <a:latin typeface="Candara" panose="020E0502030303020204"/>
              </a:rPr>
              <a:t>le azioni di sostegno, ottimizzando le risorse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60A522F0-B679-1BAD-CDF2-498150964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1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5" grpId="0"/>
      <p:bldP spid="6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66FEFC1-F8A8-2C1D-19AE-163837530FB3}"/>
              </a:ext>
            </a:extLst>
          </p:cNvPr>
          <p:cNvSpPr>
            <a:spLocks/>
          </p:cNvSpPr>
          <p:nvPr/>
        </p:nvSpPr>
        <p:spPr>
          <a:xfrm>
            <a:off x="478488" y="1324159"/>
            <a:ext cx="3088061" cy="4484214"/>
          </a:xfrm>
          <a:prstGeom prst="roundRect">
            <a:avLst>
              <a:gd name="adj" fmla="val 3081"/>
            </a:avLst>
          </a:prstGeom>
          <a:solidFill>
            <a:schemeClr val="tx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083">
              <a:lnSpc>
                <a:spcPct val="110000"/>
              </a:lnSpc>
              <a:spcBef>
                <a:spcPts val="1152"/>
              </a:spcBef>
              <a:spcAft>
                <a:spcPts val="493"/>
              </a:spcAft>
              <a:defRPr/>
            </a:pPr>
            <a:endParaRPr lang="en-GB" sz="1316">
              <a:solidFill>
                <a:srgbClr val="001437"/>
              </a:solidFill>
              <a:latin typeface="Source Sans Pro"/>
            </a:endParaRPr>
          </a:p>
        </p:txBody>
      </p:sp>
      <p:sp>
        <p:nvSpPr>
          <p:cNvPr id="122" name="Rounded Rectangle 3">
            <a:extLst>
              <a:ext uri="{FF2B5EF4-FFF2-40B4-BE49-F238E27FC236}">
                <a16:creationId xmlns:a16="http://schemas.microsoft.com/office/drawing/2014/main" id="{2EC7ED69-A26C-9193-56BC-BD9CF64B4B94}"/>
              </a:ext>
            </a:extLst>
          </p:cNvPr>
          <p:cNvSpPr/>
          <p:nvPr/>
        </p:nvSpPr>
        <p:spPr>
          <a:xfrm>
            <a:off x="3966790" y="2544809"/>
            <a:ext cx="3199530" cy="1692398"/>
          </a:xfrm>
          <a:prstGeom prst="roundRect">
            <a:avLst>
              <a:gd name="adj" fmla="val 8050"/>
            </a:avLst>
          </a:prstGeom>
          <a:solidFill>
            <a:srgbClr val="001437"/>
          </a:solidFill>
          <a:ln w="635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952">
              <a:solidFill>
                <a:schemeClr val="bg1"/>
              </a:solidFill>
              <a:latin typeface="+mj-lt"/>
              <a:ea typeface="Noto Sans Old Italic" panose="020B0502040504020204" pitchFamily="34" charset="0"/>
              <a:cs typeface="Segoe UI" panose="020B0502040204020203" pitchFamily="34" charset="0"/>
            </a:endParaRPr>
          </a:p>
        </p:txBody>
      </p:sp>
      <p:sp>
        <p:nvSpPr>
          <p:cNvPr id="115" name="Rounded Rectangle 3">
            <a:extLst>
              <a:ext uri="{FF2B5EF4-FFF2-40B4-BE49-F238E27FC236}">
                <a16:creationId xmlns:a16="http://schemas.microsoft.com/office/drawing/2014/main" id="{74B32234-741E-AF5B-473E-EAEA9D49CA11}"/>
              </a:ext>
            </a:extLst>
          </p:cNvPr>
          <p:cNvSpPr/>
          <p:nvPr/>
        </p:nvSpPr>
        <p:spPr>
          <a:xfrm>
            <a:off x="3949580" y="1151691"/>
            <a:ext cx="3215981" cy="1229536"/>
          </a:xfrm>
          <a:prstGeom prst="roundRect">
            <a:avLst>
              <a:gd name="adj" fmla="val 8050"/>
            </a:avLst>
          </a:prstGeom>
          <a:solidFill>
            <a:srgbClr val="001437"/>
          </a:solidFill>
          <a:ln w="635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952">
              <a:solidFill>
                <a:schemeClr val="bg1"/>
              </a:solidFill>
              <a:latin typeface="+mj-lt"/>
              <a:ea typeface="Noto Sans Old Italic" panose="020B0502040504020204" pitchFamily="34" charset="0"/>
              <a:cs typeface="Segoe UI" panose="020B0502040204020203" pitchFamily="34" charset="0"/>
            </a:endParaRPr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51706A59-987C-7CA7-CD2F-5178E3D85071}"/>
              </a:ext>
            </a:extLst>
          </p:cNvPr>
          <p:cNvSpPr/>
          <p:nvPr/>
        </p:nvSpPr>
        <p:spPr>
          <a:xfrm>
            <a:off x="8007945" y="2399826"/>
            <a:ext cx="3614098" cy="1172528"/>
          </a:xfrm>
          <a:prstGeom prst="roundRect">
            <a:avLst>
              <a:gd name="adj" fmla="val 11326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32">
              <a:solidFill>
                <a:schemeClr val="bg2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858D5E7-F209-95BB-1671-58E85E0B94F4}"/>
              </a:ext>
            </a:extLst>
          </p:cNvPr>
          <p:cNvSpPr/>
          <p:nvPr/>
        </p:nvSpPr>
        <p:spPr>
          <a:xfrm>
            <a:off x="4112340" y="1335372"/>
            <a:ext cx="1974268" cy="9111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632" b="1">
                <a:solidFill>
                  <a:schemeClr val="tx2"/>
                </a:solidFill>
              </a:rPr>
              <a:t>Profilazione </a:t>
            </a:r>
            <a:br>
              <a:rPr lang="it-IT" sz="1632" b="1"/>
            </a:br>
            <a:r>
              <a:rPr lang="it-IT" sz="1632" b="1">
                <a:solidFill>
                  <a:schemeClr val="tx2"/>
                </a:solidFill>
              </a:rPr>
              <a:t>delle famiglie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36EE9D2-FE7C-D532-C73F-BD49AB374D77}"/>
              </a:ext>
            </a:extLst>
          </p:cNvPr>
          <p:cNvSpPr/>
          <p:nvPr/>
        </p:nvSpPr>
        <p:spPr>
          <a:xfrm>
            <a:off x="4112340" y="2681378"/>
            <a:ext cx="1981338" cy="9111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632" b="1">
                <a:solidFill>
                  <a:schemeClr val="bg1"/>
                </a:solidFill>
              </a:rPr>
              <a:t>Misurazione della vulnerabilità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557D20A-41F0-A88F-1199-D67B87BF5D7F}"/>
              </a:ext>
            </a:extLst>
          </p:cNvPr>
          <p:cNvSpPr/>
          <p:nvPr/>
        </p:nvSpPr>
        <p:spPr>
          <a:xfrm>
            <a:off x="4132712" y="3622724"/>
            <a:ext cx="773934" cy="39727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088">
                <a:solidFill>
                  <a:schemeClr val="bg1"/>
                </a:solidFill>
              </a:rPr>
              <a:t>Fattori</a:t>
            </a:r>
            <a:br>
              <a:rPr lang="it-IT" sz="1088"/>
            </a:br>
            <a:r>
              <a:rPr lang="it-IT" sz="1088">
                <a:solidFill>
                  <a:schemeClr val="bg1"/>
                </a:solidFill>
              </a:rPr>
              <a:t>specifici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8019A9D1-14FE-A284-BCAC-E597F6A91969}"/>
              </a:ext>
            </a:extLst>
          </p:cNvPr>
          <p:cNvSpPr/>
          <p:nvPr/>
        </p:nvSpPr>
        <p:spPr>
          <a:xfrm>
            <a:off x="5310498" y="3622724"/>
            <a:ext cx="780347" cy="39727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088">
                <a:solidFill>
                  <a:schemeClr val="bg1"/>
                </a:solidFill>
              </a:rPr>
              <a:t>Scoring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246C098A-6ACC-2904-600F-67A51A37CE22}"/>
              </a:ext>
            </a:extLst>
          </p:cNvPr>
          <p:cNvSpPr txBox="1"/>
          <p:nvPr/>
        </p:nvSpPr>
        <p:spPr>
          <a:xfrm>
            <a:off x="8130631" y="2571455"/>
            <a:ext cx="3368726" cy="753795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2177" b="1">
                <a:solidFill>
                  <a:schemeClr val="accent3"/>
                </a:solidFill>
              </a:rPr>
              <a:t>Simulazioni per pianificare le politiche</a:t>
            </a:r>
            <a:endParaRPr lang="it-IT" sz="2177">
              <a:solidFill>
                <a:schemeClr val="accent3"/>
              </a:solidFill>
            </a:endParaRPr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733FADAC-2643-0C7E-F936-68A6D1002676}"/>
              </a:ext>
            </a:extLst>
          </p:cNvPr>
          <p:cNvSpPr txBox="1"/>
          <p:nvPr/>
        </p:nvSpPr>
        <p:spPr>
          <a:xfrm>
            <a:off x="7473372" y="5862586"/>
            <a:ext cx="1770700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14">
                <a:solidFill>
                  <a:schemeClr val="bg1"/>
                </a:solidFill>
              </a:rPr>
              <a:t>Feedback loop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948540-D668-6E24-662C-72723D58EF2C}"/>
              </a:ext>
            </a:extLst>
          </p:cNvPr>
          <p:cNvSpPr>
            <a:spLocks/>
          </p:cNvSpPr>
          <p:nvPr/>
        </p:nvSpPr>
        <p:spPr>
          <a:xfrm>
            <a:off x="1491414" y="3628489"/>
            <a:ext cx="486144" cy="48614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083">
              <a:lnSpc>
                <a:spcPct val="110000"/>
              </a:lnSpc>
              <a:spcBef>
                <a:spcPts val="1152"/>
              </a:spcBef>
              <a:spcAft>
                <a:spcPts val="493"/>
              </a:spcAft>
              <a:defRPr/>
            </a:pPr>
            <a:endParaRPr lang="en-GB" sz="1316">
              <a:solidFill>
                <a:srgbClr val="001437"/>
              </a:solidFill>
              <a:latin typeface="Source Sans Pro"/>
            </a:endParaRPr>
          </a:p>
        </p:txBody>
      </p:sp>
      <p:pic>
        <p:nvPicPr>
          <p:cNvPr id="7" name="Graphic 40">
            <a:extLst>
              <a:ext uri="{FF2B5EF4-FFF2-40B4-BE49-F238E27FC236}">
                <a16:creationId xmlns:a16="http://schemas.microsoft.com/office/drawing/2014/main" id="{927AF478-38B3-BD07-EC42-F99D5A42C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97526" y="3713887"/>
            <a:ext cx="282450" cy="2824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ADC478C-3796-6694-944D-AAA025EADF44}"/>
              </a:ext>
            </a:extLst>
          </p:cNvPr>
          <p:cNvSpPr>
            <a:spLocks/>
          </p:cNvSpPr>
          <p:nvPr/>
        </p:nvSpPr>
        <p:spPr>
          <a:xfrm>
            <a:off x="1494767" y="1391940"/>
            <a:ext cx="486144" cy="48614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083">
              <a:lnSpc>
                <a:spcPct val="110000"/>
              </a:lnSpc>
              <a:spcBef>
                <a:spcPts val="1152"/>
              </a:spcBef>
              <a:spcAft>
                <a:spcPts val="493"/>
              </a:spcAft>
              <a:defRPr/>
            </a:pPr>
            <a:endParaRPr lang="en-GB" sz="1316">
              <a:solidFill>
                <a:srgbClr val="001437"/>
              </a:solidFill>
              <a:latin typeface="Source Sans Pro"/>
            </a:endParaRPr>
          </a:p>
        </p:txBody>
      </p:sp>
      <p:pic>
        <p:nvPicPr>
          <p:cNvPr id="10" name="Graphic 38">
            <a:extLst>
              <a:ext uri="{FF2B5EF4-FFF2-40B4-BE49-F238E27FC236}">
                <a16:creationId xmlns:a16="http://schemas.microsoft.com/office/drawing/2014/main" id="{3FDEE26B-0258-5905-6BE9-29247F7E3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95895" y="1496610"/>
            <a:ext cx="276805" cy="276805"/>
          </a:xfrm>
          <a:prstGeom prst="rect">
            <a:avLst/>
          </a:prstGeom>
        </p:spPr>
      </p:pic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F86A7B42-2C13-BBBC-3B0E-1C0122E684EE}"/>
              </a:ext>
            </a:extLst>
          </p:cNvPr>
          <p:cNvSpPr/>
          <p:nvPr/>
        </p:nvSpPr>
        <p:spPr>
          <a:xfrm>
            <a:off x="3359953" y="1972793"/>
            <a:ext cx="207339" cy="3296551"/>
          </a:xfrm>
          <a:prstGeom prst="chevron">
            <a:avLst>
              <a:gd name="adj" fmla="val 7388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32">
              <a:solidFill>
                <a:schemeClr val="bg2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DD9D02-3A69-A1CE-1C76-887436511B9A}"/>
              </a:ext>
            </a:extLst>
          </p:cNvPr>
          <p:cNvSpPr txBox="1"/>
          <p:nvPr/>
        </p:nvSpPr>
        <p:spPr>
          <a:xfrm>
            <a:off x="2871075" y="5649446"/>
            <a:ext cx="348803" cy="70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99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92" name="Ovale 54">
            <a:extLst>
              <a:ext uri="{FF2B5EF4-FFF2-40B4-BE49-F238E27FC236}">
                <a16:creationId xmlns:a16="http://schemas.microsoft.com/office/drawing/2014/main" id="{6E39A9A4-854F-B6D6-6883-86F76B819BF5}"/>
              </a:ext>
            </a:extLst>
          </p:cNvPr>
          <p:cNvSpPr/>
          <p:nvPr/>
        </p:nvSpPr>
        <p:spPr>
          <a:xfrm>
            <a:off x="6236265" y="1753957"/>
            <a:ext cx="816787" cy="21148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/>
            <a:endParaRPr lang="it-IT" sz="1451">
              <a:solidFill>
                <a:schemeClr val="bg1"/>
              </a:solidFill>
              <a:ea typeface="Open Sans" charset="0"/>
              <a:cs typeface="Open Sans" charset="0"/>
            </a:endParaRPr>
          </a:p>
        </p:txBody>
      </p:sp>
      <p:sp>
        <p:nvSpPr>
          <p:cNvPr id="91" name="Ovale 53">
            <a:extLst>
              <a:ext uri="{FF2B5EF4-FFF2-40B4-BE49-F238E27FC236}">
                <a16:creationId xmlns:a16="http://schemas.microsoft.com/office/drawing/2014/main" id="{103CAE6B-9CE1-7E80-D4EB-D6B931CBE73F}"/>
              </a:ext>
            </a:extLst>
          </p:cNvPr>
          <p:cNvSpPr/>
          <p:nvPr/>
        </p:nvSpPr>
        <p:spPr>
          <a:xfrm>
            <a:off x="6236265" y="1633695"/>
            <a:ext cx="816787" cy="21148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/>
            <a:endParaRPr lang="it-IT" sz="1451">
              <a:solidFill>
                <a:schemeClr val="bg1"/>
              </a:solidFill>
              <a:ea typeface="Open Sans" charset="0"/>
              <a:cs typeface="Open Sans" charset="0"/>
            </a:endParaRPr>
          </a:p>
        </p:txBody>
      </p:sp>
      <p:sp>
        <p:nvSpPr>
          <p:cNvPr id="95" name="Ovale 55">
            <a:extLst>
              <a:ext uri="{FF2B5EF4-FFF2-40B4-BE49-F238E27FC236}">
                <a16:creationId xmlns:a16="http://schemas.microsoft.com/office/drawing/2014/main" id="{224070CD-D544-AEF6-7FDB-426B739AC5ED}"/>
              </a:ext>
            </a:extLst>
          </p:cNvPr>
          <p:cNvSpPr/>
          <p:nvPr/>
        </p:nvSpPr>
        <p:spPr>
          <a:xfrm>
            <a:off x="6236265" y="1554551"/>
            <a:ext cx="816787" cy="21148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/>
            <a:endParaRPr lang="it-IT" sz="1451">
              <a:solidFill>
                <a:schemeClr val="bg1"/>
              </a:solidFill>
              <a:ea typeface="Open Sans" charset="0"/>
              <a:cs typeface="Open Sans" charset="0"/>
            </a:endParaRPr>
          </a:p>
        </p:txBody>
      </p:sp>
      <p:sp>
        <p:nvSpPr>
          <p:cNvPr id="98" name="Ovale 47">
            <a:extLst>
              <a:ext uri="{FF2B5EF4-FFF2-40B4-BE49-F238E27FC236}">
                <a16:creationId xmlns:a16="http://schemas.microsoft.com/office/drawing/2014/main" id="{D3C430A4-AA59-FDC3-5489-6B5B091FCD4F}"/>
              </a:ext>
            </a:extLst>
          </p:cNvPr>
          <p:cNvSpPr/>
          <p:nvPr/>
        </p:nvSpPr>
        <p:spPr bwMode="auto">
          <a:xfrm rot="935518">
            <a:off x="6459421" y="1232050"/>
            <a:ext cx="138912" cy="12906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sp>
        <p:nvSpPr>
          <p:cNvPr id="99" name="Ovale 48">
            <a:extLst>
              <a:ext uri="{FF2B5EF4-FFF2-40B4-BE49-F238E27FC236}">
                <a16:creationId xmlns:a16="http://schemas.microsoft.com/office/drawing/2014/main" id="{788D2327-293A-6E61-742B-A7495C084C64}"/>
              </a:ext>
            </a:extLst>
          </p:cNvPr>
          <p:cNvSpPr/>
          <p:nvPr/>
        </p:nvSpPr>
        <p:spPr bwMode="auto">
          <a:xfrm rot="935518">
            <a:off x="6627911" y="1336623"/>
            <a:ext cx="138912" cy="1290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sp>
        <p:nvSpPr>
          <p:cNvPr id="100" name="Ovale 49">
            <a:extLst>
              <a:ext uri="{FF2B5EF4-FFF2-40B4-BE49-F238E27FC236}">
                <a16:creationId xmlns:a16="http://schemas.microsoft.com/office/drawing/2014/main" id="{BE89DAFE-DCED-7CA5-9333-4E0767D435A4}"/>
              </a:ext>
            </a:extLst>
          </p:cNvPr>
          <p:cNvSpPr/>
          <p:nvPr/>
        </p:nvSpPr>
        <p:spPr bwMode="auto">
          <a:xfrm rot="935518">
            <a:off x="6650869" y="1234681"/>
            <a:ext cx="138912" cy="12906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sp>
        <p:nvSpPr>
          <p:cNvPr id="101" name="Ovale 50">
            <a:extLst>
              <a:ext uri="{FF2B5EF4-FFF2-40B4-BE49-F238E27FC236}">
                <a16:creationId xmlns:a16="http://schemas.microsoft.com/office/drawing/2014/main" id="{6C750D6F-3B68-CE58-D2F4-E71ADC2470C1}"/>
              </a:ext>
            </a:extLst>
          </p:cNvPr>
          <p:cNvSpPr/>
          <p:nvPr/>
        </p:nvSpPr>
        <p:spPr bwMode="auto">
          <a:xfrm rot="935518">
            <a:off x="6794840" y="1336622"/>
            <a:ext cx="138912" cy="12906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sp>
        <p:nvSpPr>
          <p:cNvPr id="102" name="Ovale 51">
            <a:extLst>
              <a:ext uri="{FF2B5EF4-FFF2-40B4-BE49-F238E27FC236}">
                <a16:creationId xmlns:a16="http://schemas.microsoft.com/office/drawing/2014/main" id="{F1C9ED79-8CE2-A9A7-002B-6D46EADC880D}"/>
              </a:ext>
            </a:extLst>
          </p:cNvPr>
          <p:cNvSpPr/>
          <p:nvPr/>
        </p:nvSpPr>
        <p:spPr bwMode="auto">
          <a:xfrm rot="935518">
            <a:off x="6471393" y="1326290"/>
            <a:ext cx="138912" cy="12906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sp>
        <p:nvSpPr>
          <p:cNvPr id="103" name="Ovale 52">
            <a:extLst>
              <a:ext uri="{FF2B5EF4-FFF2-40B4-BE49-F238E27FC236}">
                <a16:creationId xmlns:a16="http://schemas.microsoft.com/office/drawing/2014/main" id="{F6B86D84-97C7-8849-9640-9203D38529C4}"/>
              </a:ext>
            </a:extLst>
          </p:cNvPr>
          <p:cNvSpPr/>
          <p:nvPr/>
        </p:nvSpPr>
        <p:spPr bwMode="auto">
          <a:xfrm rot="935518">
            <a:off x="6322878" y="1326462"/>
            <a:ext cx="138912" cy="12906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cxnSp>
        <p:nvCxnSpPr>
          <p:cNvPr id="106" name="Connettore 4 37">
            <a:extLst>
              <a:ext uri="{FF2B5EF4-FFF2-40B4-BE49-F238E27FC236}">
                <a16:creationId xmlns:a16="http://schemas.microsoft.com/office/drawing/2014/main" id="{2342F5FD-F198-85E7-0CDB-0DF996297402}"/>
              </a:ext>
            </a:extLst>
          </p:cNvPr>
          <p:cNvCxnSpPr>
            <a:cxnSpLocks/>
          </p:cNvCxnSpPr>
          <p:nvPr/>
        </p:nvCxnSpPr>
        <p:spPr>
          <a:xfrm rot="5400000">
            <a:off x="6314924" y="1617643"/>
            <a:ext cx="623321" cy="276881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e 43">
            <a:extLst>
              <a:ext uri="{FF2B5EF4-FFF2-40B4-BE49-F238E27FC236}">
                <a16:creationId xmlns:a16="http://schemas.microsoft.com/office/drawing/2014/main" id="{82A82755-B5E2-B3DC-919F-BD5591E847E9}"/>
              </a:ext>
            </a:extLst>
          </p:cNvPr>
          <p:cNvSpPr/>
          <p:nvPr/>
        </p:nvSpPr>
        <p:spPr bwMode="auto">
          <a:xfrm rot="935518">
            <a:off x="6567860" y="1687463"/>
            <a:ext cx="138912" cy="12906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5300" tIns="32650" rIns="65300" bIns="3265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accent2"/>
                </a:solidFill>
                <a:latin typeface="Source Sans Pro" panose="020B0603030403020204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tx1"/>
                </a:solidFill>
                <a:latin typeface="Source Sans Pro" panose="020B0603030403020204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accent3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tx1"/>
                </a:solidFill>
                <a:latin typeface="Source Sans Pro" panose="020B0403030403020204" pitchFamily="34" charset="0"/>
                <a:ea typeface="+mn-ea"/>
                <a:cs typeface="+mn-cs"/>
              </a:defRPr>
            </a:lvl9pPr>
          </a:lstStyle>
          <a:p>
            <a:pPr algn="ctr" defTabSz="829269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sz="127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FD6BA73-A09D-0ED1-E0D2-71C9EF076711}"/>
              </a:ext>
            </a:extLst>
          </p:cNvPr>
          <p:cNvSpPr/>
          <p:nvPr/>
        </p:nvSpPr>
        <p:spPr>
          <a:xfrm>
            <a:off x="6380939" y="2008913"/>
            <a:ext cx="241279" cy="362919"/>
          </a:xfrm>
          <a:prstGeom prst="rect">
            <a:avLst/>
          </a:prstGeom>
          <a:noFill/>
        </p:spPr>
        <p:txBody>
          <a:bodyPr wrap="square" lIns="82931" tIns="41465" rIns="82931" bIns="41465">
            <a:spAutoFit/>
          </a:bodyPr>
          <a:lstStyle/>
          <a:p>
            <a:pPr algn="ctr"/>
            <a:r>
              <a:rPr lang="en-US" sz="1814">
                <a:ln w="0"/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78F48F6-9F90-0E81-8610-7BB3E2F417B5}"/>
              </a:ext>
            </a:extLst>
          </p:cNvPr>
          <p:cNvSpPr/>
          <p:nvPr/>
        </p:nvSpPr>
        <p:spPr>
          <a:xfrm>
            <a:off x="6736909" y="2008913"/>
            <a:ext cx="249633" cy="362919"/>
          </a:xfrm>
          <a:prstGeom prst="rect">
            <a:avLst/>
          </a:prstGeom>
          <a:noFill/>
        </p:spPr>
        <p:txBody>
          <a:bodyPr wrap="square" lIns="82931" tIns="41465" rIns="82931" bIns="41465">
            <a:spAutoFit/>
          </a:bodyPr>
          <a:lstStyle/>
          <a:p>
            <a:pPr algn="ctr"/>
            <a:r>
              <a:rPr lang="en-US" sz="1814">
                <a:ln w="0"/>
                <a:solidFill>
                  <a:schemeClr val="accent1"/>
                </a:solidFill>
              </a:rPr>
              <a:t>B</a:t>
            </a:r>
          </a:p>
        </p:txBody>
      </p:sp>
      <p:cxnSp>
        <p:nvCxnSpPr>
          <p:cNvPr id="116" name="Connettore 1 25">
            <a:extLst>
              <a:ext uri="{FF2B5EF4-FFF2-40B4-BE49-F238E27FC236}">
                <a16:creationId xmlns:a16="http://schemas.microsoft.com/office/drawing/2014/main" id="{E951FC2D-1A47-0E36-E309-1CD5B34E5324}"/>
              </a:ext>
            </a:extLst>
          </p:cNvPr>
          <p:cNvCxnSpPr>
            <a:cxnSpLocks/>
          </p:cNvCxnSpPr>
          <p:nvPr/>
        </p:nvCxnSpPr>
        <p:spPr>
          <a:xfrm>
            <a:off x="765819" y="3429000"/>
            <a:ext cx="20902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Graphic 123" descr="Gears with solid fill">
            <a:extLst>
              <a:ext uri="{FF2B5EF4-FFF2-40B4-BE49-F238E27FC236}">
                <a16:creationId xmlns:a16="http://schemas.microsoft.com/office/drawing/2014/main" id="{CDCF1C94-AD73-D000-C0B8-FB1EC03DEF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9316" y="3472746"/>
            <a:ext cx="688128" cy="680676"/>
          </a:xfrm>
          <a:prstGeom prst="rect">
            <a:avLst/>
          </a:prstGeom>
        </p:spPr>
      </p:pic>
      <p:pic>
        <p:nvPicPr>
          <p:cNvPr id="126" name="Graphic 125" descr="Gantt Chart outline">
            <a:extLst>
              <a:ext uri="{FF2B5EF4-FFF2-40B4-BE49-F238E27FC236}">
                <a16:creationId xmlns:a16="http://schemas.microsoft.com/office/drawing/2014/main" id="{A2349E67-FD5D-9747-4865-AD171A3B0E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5521" y="2787566"/>
            <a:ext cx="807530" cy="1198039"/>
          </a:xfrm>
          <a:prstGeom prst="rect">
            <a:avLst/>
          </a:prstGeom>
        </p:spPr>
      </p:pic>
      <p:sp>
        <p:nvSpPr>
          <p:cNvPr id="127" name="Rounded Rectangle 3">
            <a:extLst>
              <a:ext uri="{FF2B5EF4-FFF2-40B4-BE49-F238E27FC236}">
                <a16:creationId xmlns:a16="http://schemas.microsoft.com/office/drawing/2014/main" id="{72CE11AF-8B75-D3A7-7F41-5FB1FD95657E}"/>
              </a:ext>
            </a:extLst>
          </p:cNvPr>
          <p:cNvSpPr/>
          <p:nvPr/>
        </p:nvSpPr>
        <p:spPr>
          <a:xfrm>
            <a:off x="3966790" y="4414758"/>
            <a:ext cx="3215981" cy="1229536"/>
          </a:xfrm>
          <a:prstGeom prst="roundRect">
            <a:avLst>
              <a:gd name="adj" fmla="val 8050"/>
            </a:avLst>
          </a:prstGeom>
          <a:solidFill>
            <a:srgbClr val="001437"/>
          </a:solidFill>
          <a:ln w="635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indent="0" algn="l" defTabSz="1008044" rtl="0" eaLnBrk="1" latinLnBrk="0" hangingPunct="1">
              <a:lnSpc>
                <a:spcPct val="110000"/>
              </a:lnSpc>
              <a:spcBef>
                <a:spcPts val="140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ource Sans Pro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Source Sans Pro" panose="02000505000000020004" pitchFamily="50" charset="0"/>
              <a:buChar char="•"/>
              <a:defRPr lang="en-US" sz="1600" i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60399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lang="en-US" sz="1200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0" indent="0" algn="l" defTabSz="100804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i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08044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 lang="en-US" sz="1600" b="0" i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0" indent="0" algn="l" defTabSz="1008044" rtl="0" eaLnBrk="1" latinLnBrk="0" hangingPunct="1">
              <a:lnSpc>
                <a:spcPct val="110000"/>
              </a:lnSpc>
              <a:spcBef>
                <a:spcPts val="200"/>
              </a:spcBef>
              <a:buFont typeface="Source Sans Pro" panose="020B0604020202020204" pitchFamily="34" charset="0"/>
              <a:buNone/>
              <a:tabLst/>
              <a:defRPr sz="1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0000" indent="-180000" algn="l" defTabSz="1008044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100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952">
              <a:solidFill>
                <a:schemeClr val="bg1"/>
              </a:solidFill>
              <a:latin typeface="+mj-lt"/>
              <a:ea typeface="Noto Sans Old Italic" panose="020B0502040504020204" pitchFamily="34" charset="0"/>
              <a:cs typeface="Segoe UI" panose="020B0502040204020203" pitchFamily="34" charset="0"/>
            </a:endParaRPr>
          </a:p>
        </p:txBody>
      </p:sp>
      <p:sp>
        <p:nvSpPr>
          <p:cNvPr id="128" name="Rettangolo con angoli arrotondati 2">
            <a:extLst>
              <a:ext uri="{FF2B5EF4-FFF2-40B4-BE49-F238E27FC236}">
                <a16:creationId xmlns:a16="http://schemas.microsoft.com/office/drawing/2014/main" id="{1407BBF1-BA66-DA36-C643-6FAEFFEE148A}"/>
              </a:ext>
            </a:extLst>
          </p:cNvPr>
          <p:cNvSpPr/>
          <p:nvPr/>
        </p:nvSpPr>
        <p:spPr>
          <a:xfrm>
            <a:off x="4129550" y="4573437"/>
            <a:ext cx="1974268" cy="9111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632" b="1">
                <a:solidFill>
                  <a:schemeClr val="bg1"/>
                </a:solidFill>
              </a:rPr>
              <a:t>Stima del fabbisogno</a:t>
            </a:r>
          </a:p>
        </p:txBody>
      </p:sp>
      <p:pic>
        <p:nvPicPr>
          <p:cNvPr id="143" name="Graphic 142" descr="Normal Distribution with solid fill">
            <a:extLst>
              <a:ext uri="{FF2B5EF4-FFF2-40B4-BE49-F238E27FC236}">
                <a16:creationId xmlns:a16="http://schemas.microsoft.com/office/drawing/2014/main" id="{06D99960-6EA5-78A8-ADF0-332BF7B067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3820" y="4555169"/>
            <a:ext cx="984289" cy="865249"/>
          </a:xfrm>
          <a:prstGeom prst="rect">
            <a:avLst/>
          </a:prstGeom>
        </p:spPr>
      </p:pic>
      <p:sp>
        <p:nvSpPr>
          <p:cNvPr id="144" name="Arrow: Chevron 143">
            <a:extLst>
              <a:ext uri="{FF2B5EF4-FFF2-40B4-BE49-F238E27FC236}">
                <a16:creationId xmlns:a16="http://schemas.microsoft.com/office/drawing/2014/main" id="{1F98BA92-F125-5C0A-74AE-1586B2A4E9AF}"/>
              </a:ext>
            </a:extLst>
          </p:cNvPr>
          <p:cNvSpPr/>
          <p:nvPr/>
        </p:nvSpPr>
        <p:spPr>
          <a:xfrm>
            <a:off x="7513856" y="1976278"/>
            <a:ext cx="207339" cy="3296551"/>
          </a:xfrm>
          <a:prstGeom prst="chevron">
            <a:avLst>
              <a:gd name="adj" fmla="val 7388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32">
              <a:solidFill>
                <a:schemeClr val="bg2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97C2EF2-8A14-EA95-D28E-379F4D1D4D89}"/>
              </a:ext>
            </a:extLst>
          </p:cNvPr>
          <p:cNvSpPr/>
          <p:nvPr/>
        </p:nvSpPr>
        <p:spPr>
          <a:xfrm>
            <a:off x="826858" y="2012536"/>
            <a:ext cx="1892738" cy="117322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632" b="1">
                <a:solidFill>
                  <a:schemeClr val="tx2"/>
                </a:solidFill>
              </a:rPr>
              <a:t> Modello econometrico: scenari per profili familiari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33187DBA-7462-84AD-C3C5-851DFD86B6ED}"/>
              </a:ext>
            </a:extLst>
          </p:cNvPr>
          <p:cNvSpPr/>
          <p:nvPr/>
        </p:nvSpPr>
        <p:spPr>
          <a:xfrm>
            <a:off x="794920" y="4205340"/>
            <a:ext cx="1880547" cy="112626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632" b="1">
                <a:solidFill>
                  <a:schemeClr val="bg1"/>
                </a:solidFill>
                <a:ea typeface="+mn-lt"/>
                <a:cs typeface="+mn-lt"/>
              </a:rPr>
              <a:t>Dati su aziende e famiglie</a:t>
            </a:r>
            <a:endParaRPr lang="it-IT" sz="1632">
              <a:solidFill>
                <a:schemeClr val="bg1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A8CEA17-9944-8B41-787E-BFD8882C45CA}"/>
              </a:ext>
            </a:extLst>
          </p:cNvPr>
          <p:cNvCxnSpPr>
            <a:cxnSpLocks/>
          </p:cNvCxnSpPr>
          <p:nvPr/>
        </p:nvCxnSpPr>
        <p:spPr>
          <a:xfrm rot="5400000" flipH="1">
            <a:off x="5770720" y="2654779"/>
            <a:ext cx="320002" cy="6714245"/>
          </a:xfrm>
          <a:prstGeom prst="bentConnector4">
            <a:avLst>
              <a:gd name="adj1" fmla="val -90420"/>
              <a:gd name="adj2" fmla="val 100213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1791CFCD-2B00-46A5-AA27-F3BC5A7EBDCF}"/>
              </a:ext>
            </a:extLst>
          </p:cNvPr>
          <p:cNvSpPr/>
          <p:nvPr/>
        </p:nvSpPr>
        <p:spPr>
          <a:xfrm>
            <a:off x="7968846" y="3842514"/>
            <a:ext cx="3614098" cy="619320"/>
          </a:xfrm>
          <a:prstGeom prst="roundRect">
            <a:avLst>
              <a:gd name="adj" fmla="val 11326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32">
              <a:solidFill>
                <a:schemeClr val="bg2"/>
              </a:solidFill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DE6118D0-7126-44EC-A183-FDFF8E2CAFB6}"/>
              </a:ext>
            </a:extLst>
          </p:cNvPr>
          <p:cNvSpPr txBox="1"/>
          <p:nvPr/>
        </p:nvSpPr>
        <p:spPr>
          <a:xfrm>
            <a:off x="8080088" y="3967408"/>
            <a:ext cx="3368726" cy="418768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2177" b="1">
                <a:solidFill>
                  <a:schemeClr val="accent3"/>
                </a:solidFill>
              </a:rPr>
              <a:t>Attuazione</a:t>
            </a:r>
            <a:endParaRPr lang="it-IT" sz="2177">
              <a:solidFill>
                <a:schemeClr val="accent3"/>
              </a:solidFill>
            </a:endParaRPr>
          </a:p>
        </p:txBody>
      </p:sp>
      <p:sp>
        <p:nvSpPr>
          <p:cNvPr id="8" name="Titolo 9">
            <a:extLst>
              <a:ext uri="{FF2B5EF4-FFF2-40B4-BE49-F238E27FC236}">
                <a16:creationId xmlns:a16="http://schemas.microsoft.com/office/drawing/2014/main" id="{41D6FB4D-0543-588E-8C52-7C708631CCD2}"/>
              </a:ext>
            </a:extLst>
          </p:cNvPr>
          <p:cNvSpPr txBox="1">
            <a:spLocks/>
          </p:cNvSpPr>
          <p:nvPr/>
        </p:nvSpPr>
        <p:spPr>
          <a:xfrm>
            <a:off x="384334" y="642488"/>
            <a:ext cx="10632673" cy="5363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chemeClr val="bg1"/>
                </a:solidFill>
              </a:rPr>
              <a:t>Modelli e funzioni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D603DA9-593E-9D90-E591-899306623D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62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122" grpId="0" animBg="1"/>
      <p:bldP spid="115" grpId="0" animBg="1"/>
      <p:bldP spid="105" grpId="0" animBg="1"/>
      <p:bldP spid="3" grpId="0" animBg="1"/>
      <p:bldP spid="4" grpId="0" animBg="1"/>
      <p:bldP spid="13" grpId="0" animBg="1"/>
      <p:bldP spid="36" grpId="0" animBg="1"/>
      <p:bldP spid="79" grpId="0"/>
      <p:bldP spid="93" grpId="0"/>
      <p:bldP spid="6" grpId="0" animBg="1"/>
      <p:bldP spid="9" grpId="0" animBg="1"/>
      <p:bldP spid="66" grpId="0" animBg="1"/>
      <p:bldP spid="68" grpId="0"/>
      <p:bldP spid="92" grpId="0" animBg="1"/>
      <p:bldP spid="91" grpId="0" animBg="1"/>
      <p:bldP spid="95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7" grpId="0" animBg="1"/>
      <p:bldP spid="108" grpId="0"/>
      <p:bldP spid="109" grpId="0"/>
      <p:bldP spid="127" grpId="0" animBg="1"/>
      <p:bldP spid="128" grpId="0" animBg="1"/>
      <p:bldP spid="144" grpId="0" animBg="1"/>
      <p:bldP spid="2" grpId="0" animBg="1"/>
      <p:bldP spid="5" grpId="0" animBg="1"/>
      <p:bldP spid="49" grpId="0" animBg="1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33468FB1-4A05-584A-3668-CC4A8838FA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7" b="77254"/>
          <a:stretch/>
        </p:blipFill>
        <p:spPr>
          <a:xfrm>
            <a:off x="609600" y="1558288"/>
            <a:ext cx="10972800" cy="531319"/>
          </a:xfrm>
          <a:prstGeom prst="rect">
            <a:avLst/>
          </a:prstGeom>
        </p:spPr>
      </p:pic>
      <p:pic>
        <p:nvPicPr>
          <p:cNvPr id="9" name="Picture 8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9C46A48-D684-B749-97A6-8445A7F78D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3" b="86263"/>
          <a:stretch/>
        </p:blipFill>
        <p:spPr>
          <a:xfrm>
            <a:off x="609600" y="1126347"/>
            <a:ext cx="10972800" cy="431941"/>
          </a:xfrm>
          <a:prstGeom prst="rect">
            <a:avLst/>
          </a:prstGeom>
        </p:spPr>
      </p:pic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4CC23464-6862-9957-AA88-86562259AD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40" y="1621"/>
          <a:ext cx="144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4CC23464-6862-9957-AA88-86562259A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0" y="1621"/>
                        <a:ext cx="144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6E7B2963-F699-844C-3EC2-021103D291A7}"/>
              </a:ext>
            </a:extLst>
          </p:cNvPr>
          <p:cNvGrpSpPr/>
          <p:nvPr/>
        </p:nvGrpSpPr>
        <p:grpSpPr>
          <a:xfrm>
            <a:off x="609600" y="2089607"/>
            <a:ext cx="6359874" cy="4209305"/>
            <a:chOff x="609600" y="1821676"/>
            <a:chExt cx="6359874" cy="4209305"/>
          </a:xfrm>
        </p:grpSpPr>
        <p:pic>
          <p:nvPicPr>
            <p:cNvPr id="25" name="Picture 24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DAE16928-B519-C129-86C6-868AAA2D26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46" r="42040" b="5879"/>
            <a:stretch/>
          </p:blipFill>
          <p:spPr>
            <a:xfrm>
              <a:off x="609600" y="1821676"/>
              <a:ext cx="6359874" cy="4209305"/>
            </a:xfrm>
            <a:prstGeom prst="rect">
              <a:avLst/>
            </a:prstGeom>
          </p:spPr>
        </p:pic>
        <p:pic>
          <p:nvPicPr>
            <p:cNvPr id="5" name="Picture 4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579CF4B8-E64B-E6FB-4D59-1659D5155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439" y="2416629"/>
              <a:ext cx="5701004" cy="336614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7BF487-9924-069E-2D49-A40209EF52F7}"/>
              </a:ext>
            </a:extLst>
          </p:cNvPr>
          <p:cNvGrpSpPr/>
          <p:nvPr/>
        </p:nvGrpSpPr>
        <p:grpSpPr>
          <a:xfrm>
            <a:off x="6969474" y="2089607"/>
            <a:ext cx="4612926" cy="4209305"/>
            <a:chOff x="6969474" y="1821676"/>
            <a:chExt cx="4612926" cy="4209305"/>
          </a:xfrm>
        </p:grpSpPr>
        <p:pic>
          <p:nvPicPr>
            <p:cNvPr id="24" name="Picture 23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AEB82A57-99E5-EB12-B789-092E926CD3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60" t="22746" b="5879"/>
            <a:stretch/>
          </p:blipFill>
          <p:spPr>
            <a:xfrm>
              <a:off x="6969474" y="1821676"/>
              <a:ext cx="4612926" cy="420930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19572F-2803-CDE7-9326-1E5AAECED4C4}"/>
                </a:ext>
              </a:extLst>
            </p:cNvPr>
            <p:cNvSpPr/>
            <p:nvPr/>
          </p:nvSpPr>
          <p:spPr>
            <a:xfrm>
              <a:off x="7917327" y="2416629"/>
              <a:ext cx="1683873" cy="33661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2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7A6ABAF-EC94-5E12-7C3F-6CE518B7A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5853" b="70320"/>
            <a:stretch/>
          </p:blipFill>
          <p:spPr>
            <a:xfrm>
              <a:off x="7504437" y="2416629"/>
              <a:ext cx="1283292" cy="10461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C53F95-A59B-4EEF-9E89-7C6780E48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8812" t="29967" r="17085" b="40354"/>
            <a:stretch/>
          </p:blipFill>
          <p:spPr>
            <a:xfrm>
              <a:off x="7604907" y="3523721"/>
              <a:ext cx="1082351" cy="10461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4683FCF-457A-0EFB-DD19-7841155F65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9903" t="59971" r="29258" b="8244"/>
            <a:stretch/>
          </p:blipFill>
          <p:spPr>
            <a:xfrm>
              <a:off x="7662601" y="4622552"/>
              <a:ext cx="1017037" cy="112035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8B3B02-0790-B51B-7370-8F7FC3B9A474}"/>
                </a:ext>
              </a:extLst>
            </p:cNvPr>
            <p:cNvSpPr/>
            <p:nvPr/>
          </p:nvSpPr>
          <p:spPr>
            <a:xfrm>
              <a:off x="9625765" y="2503275"/>
              <a:ext cx="1832536" cy="30593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2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AD9B5EE-4030-F3CD-1650-8A8D2284B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80092"/>
            <a:stretch/>
          </p:blipFill>
          <p:spPr>
            <a:xfrm>
              <a:off x="9060833" y="4887449"/>
              <a:ext cx="2324424" cy="67515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F7ED0F0-C18C-53ED-8088-89688463F2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1766" t="40300" b="40826"/>
            <a:stretch/>
          </p:blipFill>
          <p:spPr>
            <a:xfrm>
              <a:off x="9004371" y="3741472"/>
              <a:ext cx="1818497" cy="64008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05CD7D2-FA9D-0CBA-3D09-54E791A2D0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8608" b="78392"/>
            <a:stretch/>
          </p:blipFill>
          <p:spPr>
            <a:xfrm>
              <a:off x="9028484" y="2531529"/>
              <a:ext cx="1194561" cy="732802"/>
            </a:xfrm>
            <a:prstGeom prst="rect">
              <a:avLst/>
            </a:prstGeom>
          </p:spPr>
        </p:pic>
      </p:grpSp>
      <p:pic>
        <p:nvPicPr>
          <p:cNvPr id="2" name="Immagine 1">
            <a:extLst>
              <a:ext uri="{FF2B5EF4-FFF2-40B4-BE49-F238E27FC236}">
                <a16:creationId xmlns:a16="http://schemas.microsoft.com/office/drawing/2014/main" id="{4AC6CEB0-1639-02DC-B1A8-5DA0CC5ADB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77" y="123314"/>
            <a:ext cx="1303020" cy="377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7C013D-63D4-886B-0122-7136E78F63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59088"/>
            <a:ext cx="10972800" cy="5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25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4CC23464-6862-9957-AA88-86562259AD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40" y="1621"/>
          <a:ext cx="144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Diapositiva think-cell" r:id="rId4" imgW="435" imgH="435" progId="TCLayout.ActiveDocument.1">
                  <p:embed/>
                </p:oleObj>
              </mc:Choice>
              <mc:Fallback>
                <p:oleObj name="Diapositiva think-cell" r:id="rId4" imgW="435" imgH="435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4CC23464-6862-9957-AA88-86562259A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0" y="1621"/>
                        <a:ext cx="144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0F112373-D475-0A62-187C-5BCE36F478F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5" b="74807"/>
          <a:stretch/>
        </p:blipFill>
        <p:spPr>
          <a:xfrm>
            <a:off x="609600" y="1496283"/>
            <a:ext cx="10972800" cy="693420"/>
          </a:xfrm>
          <a:prstGeom prst="rect">
            <a:avLst/>
          </a:prstGeom>
        </p:spPr>
      </p:pic>
      <p:pic>
        <p:nvPicPr>
          <p:cNvPr id="7" name="Picture 6" descr="A picture containing chart&#10;&#10;Description automatically generated">
            <a:extLst>
              <a:ext uri="{FF2B5EF4-FFF2-40B4-BE49-F238E27FC236}">
                <a16:creationId xmlns:a16="http://schemas.microsoft.com/office/drawing/2014/main" id="{D9A1C2B1-A4CE-0723-5F9F-3907FFBDFE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2" b="86566"/>
          <a:stretch/>
        </p:blipFill>
        <p:spPr>
          <a:xfrm>
            <a:off x="609600" y="1082159"/>
            <a:ext cx="10972800" cy="414124"/>
          </a:xfrm>
          <a:prstGeom prst="rect">
            <a:avLst/>
          </a:prstGeom>
        </p:spPr>
      </p:pic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AFD2257B-8339-6671-E17E-80189DF54F1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97" t="25192" b="5130"/>
          <a:stretch/>
        </p:blipFill>
        <p:spPr>
          <a:xfrm>
            <a:off x="5173980" y="2189703"/>
            <a:ext cx="6408420" cy="41092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FEC48B-B929-B122-6759-902FBB22AAED}"/>
              </a:ext>
            </a:extLst>
          </p:cNvPr>
          <p:cNvSpPr/>
          <p:nvPr/>
        </p:nvSpPr>
        <p:spPr>
          <a:xfrm>
            <a:off x="5173980" y="5563459"/>
            <a:ext cx="6294120" cy="7354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pic>
        <p:nvPicPr>
          <p:cNvPr id="8" name="Picture 7" descr="A picture containing chart&#10;&#10;Description automatically generated">
            <a:extLst>
              <a:ext uri="{FF2B5EF4-FFF2-40B4-BE49-F238E27FC236}">
                <a16:creationId xmlns:a16="http://schemas.microsoft.com/office/drawing/2014/main" id="{8C80DC49-487A-AF3E-11D6-C60A9010800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2" r="58403" b="8516"/>
          <a:stretch/>
        </p:blipFill>
        <p:spPr>
          <a:xfrm>
            <a:off x="609600" y="2189703"/>
            <a:ext cx="4564380" cy="39095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41F6F4-430A-3F9C-8D4A-42DA4ED77A49}"/>
              </a:ext>
            </a:extLst>
          </p:cNvPr>
          <p:cNvSpPr/>
          <p:nvPr/>
        </p:nvSpPr>
        <p:spPr>
          <a:xfrm>
            <a:off x="609600" y="5574888"/>
            <a:ext cx="4564380" cy="724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25A9A53-FC8A-0044-362F-CE8019C761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B4E59B-9EBD-70D6-AAE2-03D0421FAA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59088"/>
            <a:ext cx="10972800" cy="5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4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EB902461-2E2D-3CB7-6A36-AFEF227213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13" t="13057" b="8201"/>
          <a:stretch/>
        </p:blipFill>
        <p:spPr>
          <a:xfrm>
            <a:off x="5131836" y="1474039"/>
            <a:ext cx="6450563" cy="4643768"/>
          </a:xfrm>
          <a:prstGeom prst="rect">
            <a:avLst/>
          </a:prstGeom>
        </p:spPr>
      </p:pic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4CC23464-6862-9957-AA88-86562259AD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40" y="1621"/>
          <a:ext cx="144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4CC23464-6862-9957-AA88-86562259A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0" y="1621"/>
                        <a:ext cx="144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36A4C5AD-C4A8-BE95-E7CF-E813C83700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2" b="86943"/>
          <a:stretch/>
        </p:blipFill>
        <p:spPr>
          <a:xfrm>
            <a:off x="609600" y="1082153"/>
            <a:ext cx="10972800" cy="391886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34839034-5E48-A2C7-6EE9-1BB3FD9A74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057" r="58786" b="8201"/>
          <a:stretch/>
        </p:blipFill>
        <p:spPr>
          <a:xfrm>
            <a:off x="609600" y="1474039"/>
            <a:ext cx="4522237" cy="46437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B8AE57-FEB2-DC99-2DB8-F0D348C8EA88}"/>
              </a:ext>
            </a:extLst>
          </p:cNvPr>
          <p:cNvSpPr/>
          <p:nvPr/>
        </p:nvSpPr>
        <p:spPr>
          <a:xfrm>
            <a:off x="609598" y="5634151"/>
            <a:ext cx="4522236" cy="472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24C81E2-FBC6-BDEC-023C-D6E5C86D4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FB491-79FE-E46F-19B7-DBDA5119B4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59088"/>
            <a:ext cx="10972800" cy="5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49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&#10;&#10;Description automatically generated">
            <a:extLst>
              <a:ext uri="{FF2B5EF4-FFF2-40B4-BE49-F238E27FC236}">
                <a16:creationId xmlns:a16="http://schemas.microsoft.com/office/drawing/2014/main" id="{4B181410-8287-D419-91E1-1F449E7E2E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57" r="58362" b="8395"/>
          <a:stretch/>
        </p:blipFill>
        <p:spPr>
          <a:xfrm>
            <a:off x="609600" y="1493494"/>
            <a:ext cx="4568890" cy="4632339"/>
          </a:xfrm>
          <a:prstGeom prst="rect">
            <a:avLst/>
          </a:prstGeom>
        </p:spPr>
      </p:pic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4CC23464-6862-9957-AA88-86562259AD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40" y="1621"/>
          <a:ext cx="144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4CC23464-6862-9957-AA88-86562259A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0" y="1621"/>
                        <a:ext cx="144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F9FA31FB-0162-095F-06A2-2887A4C765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0" b="86943"/>
          <a:stretch/>
        </p:blipFill>
        <p:spPr>
          <a:xfrm>
            <a:off x="609600" y="1110937"/>
            <a:ext cx="10972800" cy="382557"/>
          </a:xfrm>
          <a:prstGeom prst="rect">
            <a:avLst/>
          </a:prstGeom>
        </p:spPr>
      </p:pic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37F16B93-8837-EE78-DF6D-BCFD38BC6C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39" t="13057" b="8395"/>
          <a:stretch/>
        </p:blipFill>
        <p:spPr>
          <a:xfrm>
            <a:off x="5178490" y="1493495"/>
            <a:ext cx="6403910" cy="463233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44A50DA-0122-28BF-8C6E-1FF44A0B9A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8B9017-AD98-A7CE-D66A-8D4A7E5515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59088"/>
            <a:ext cx="10972800" cy="5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05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4CC23464-6862-9957-AA88-86562259AD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40" y="1621"/>
          <a:ext cx="1440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Diapositiva think-cell" r:id="rId4" imgW="435" imgH="435" progId="TCLayout.ActiveDocument.1">
                  <p:embed/>
                </p:oleObj>
              </mc:Choice>
              <mc:Fallback>
                <p:oleObj name="Diapositiva think-cell" r:id="rId4" imgW="435" imgH="435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4CC23464-6862-9957-AA88-86562259A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0" y="1621"/>
                        <a:ext cx="1440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F9FA31FB-0162-095F-06A2-2887A4C765C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0" b="86943"/>
          <a:stretch/>
        </p:blipFill>
        <p:spPr>
          <a:xfrm>
            <a:off x="619328" y="1119597"/>
            <a:ext cx="10972800" cy="3825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B00D0E-67B7-EEC4-3931-703D58BAF605}"/>
              </a:ext>
            </a:extLst>
          </p:cNvPr>
          <p:cNvSpPr/>
          <p:nvPr/>
        </p:nvSpPr>
        <p:spPr>
          <a:xfrm>
            <a:off x="621880" y="1493495"/>
            <a:ext cx="10886481" cy="4886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Rettangolo con angoli arrotondati 13">
            <a:extLst>
              <a:ext uri="{FF2B5EF4-FFF2-40B4-BE49-F238E27FC236}">
                <a16:creationId xmlns:a16="http://schemas.microsoft.com/office/drawing/2014/main" id="{7E17BB63-D556-A87F-4BF1-70D64901D795}"/>
              </a:ext>
            </a:extLst>
          </p:cNvPr>
          <p:cNvSpPr/>
          <p:nvPr/>
        </p:nvSpPr>
        <p:spPr>
          <a:xfrm>
            <a:off x="902775" y="1698069"/>
            <a:ext cx="10019651" cy="699694"/>
          </a:xfrm>
          <a:prstGeom prst="roundRect">
            <a:avLst>
              <a:gd name="adj" fmla="val 10701"/>
            </a:avLst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endParaRPr lang="it-IT" sz="1542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CasellaDiTesto 80">
            <a:extLst>
              <a:ext uri="{FF2B5EF4-FFF2-40B4-BE49-F238E27FC236}">
                <a16:creationId xmlns:a16="http://schemas.microsoft.com/office/drawing/2014/main" id="{19CA7F6F-639A-1794-790F-DF6E105CEF0E}"/>
              </a:ext>
            </a:extLst>
          </p:cNvPr>
          <p:cNvSpPr txBox="1"/>
          <p:nvPr/>
        </p:nvSpPr>
        <p:spPr>
          <a:xfrm>
            <a:off x="1136852" y="1824382"/>
            <a:ext cx="2743411" cy="253017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r>
              <a:rPr lang="it-IT" sz="1100" b="1">
                <a:solidFill>
                  <a:schemeClr val="accent5">
                    <a:lumMod val="75000"/>
                  </a:schemeClr>
                </a:solidFill>
              </a:rPr>
              <a:t>Application </a:t>
            </a:r>
            <a:r>
              <a:rPr lang="it-IT" sz="1100" b="1" err="1">
                <a:solidFill>
                  <a:schemeClr val="accent5">
                    <a:lumMod val="75000"/>
                  </a:schemeClr>
                </a:solidFill>
              </a:rPr>
              <a:t>form</a:t>
            </a:r>
            <a:r>
              <a:rPr lang="it-IT" sz="1100" b="1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it-IT" sz="1100" b="1" err="1">
                <a:solidFill>
                  <a:schemeClr val="accent5">
                    <a:lumMod val="75000"/>
                  </a:schemeClr>
                </a:solidFill>
              </a:rPr>
              <a:t>collector</a:t>
            </a:r>
            <a:endParaRPr lang="it-IT" sz="11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ttangolo con angoli arrotondati 13">
            <a:extLst>
              <a:ext uri="{FF2B5EF4-FFF2-40B4-BE49-F238E27FC236}">
                <a16:creationId xmlns:a16="http://schemas.microsoft.com/office/drawing/2014/main" id="{B5484936-775F-ACBD-8D1B-07842C6100C0}"/>
              </a:ext>
            </a:extLst>
          </p:cNvPr>
          <p:cNvSpPr/>
          <p:nvPr/>
        </p:nvSpPr>
        <p:spPr>
          <a:xfrm>
            <a:off x="6374538" y="1895387"/>
            <a:ext cx="1800000" cy="31618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100" b="1">
                <a:solidFill>
                  <a:schemeClr val="bg1"/>
                </a:solidFill>
              </a:rPr>
              <a:t>Campagne attive: 3 </a:t>
            </a:r>
          </a:p>
        </p:txBody>
      </p:sp>
      <p:sp>
        <p:nvSpPr>
          <p:cNvPr id="11" name="Rettangolo con angoli arrotondati 13">
            <a:extLst>
              <a:ext uri="{FF2B5EF4-FFF2-40B4-BE49-F238E27FC236}">
                <a16:creationId xmlns:a16="http://schemas.microsoft.com/office/drawing/2014/main" id="{D28D38F4-C085-7887-47BA-BA48E876F420}"/>
              </a:ext>
            </a:extLst>
          </p:cNvPr>
          <p:cNvSpPr/>
          <p:nvPr/>
        </p:nvSpPr>
        <p:spPr>
          <a:xfrm>
            <a:off x="3919462" y="1895387"/>
            <a:ext cx="1800000" cy="3222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270" b="1">
                <a:solidFill>
                  <a:schemeClr val="accent5">
                    <a:lumMod val="75000"/>
                  </a:schemeClr>
                </a:solidFill>
              </a:rPr>
              <a:t>90% Ricevuto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26A15D-5D20-6FC9-3415-607F17D41172}"/>
              </a:ext>
            </a:extLst>
          </p:cNvPr>
          <p:cNvCxnSpPr>
            <a:cxnSpLocks/>
          </p:cNvCxnSpPr>
          <p:nvPr/>
        </p:nvCxnSpPr>
        <p:spPr>
          <a:xfrm>
            <a:off x="3475302" y="1824382"/>
            <a:ext cx="1" cy="49003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CasellaDiTesto 80">
            <a:extLst>
              <a:ext uri="{FF2B5EF4-FFF2-40B4-BE49-F238E27FC236}">
                <a16:creationId xmlns:a16="http://schemas.microsoft.com/office/drawing/2014/main" id="{98170AA4-6C54-92AC-A9C6-C0F9B6D2E17D}"/>
              </a:ext>
            </a:extLst>
          </p:cNvPr>
          <p:cNvSpPr txBox="1"/>
          <p:nvPr/>
        </p:nvSpPr>
        <p:spPr>
          <a:xfrm>
            <a:off x="1136852" y="2099685"/>
            <a:ext cx="2372208" cy="206850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Monitoraggio compilazione questionari</a:t>
            </a:r>
          </a:p>
        </p:txBody>
      </p:sp>
      <p:sp>
        <p:nvSpPr>
          <p:cNvPr id="15" name="Rettangolo con angoli arrotondati 13">
            <a:extLst>
              <a:ext uri="{FF2B5EF4-FFF2-40B4-BE49-F238E27FC236}">
                <a16:creationId xmlns:a16="http://schemas.microsoft.com/office/drawing/2014/main" id="{A33A3C04-D3C3-5ED6-BD90-0F7052A38E09}"/>
              </a:ext>
            </a:extLst>
          </p:cNvPr>
          <p:cNvSpPr/>
          <p:nvPr/>
        </p:nvSpPr>
        <p:spPr>
          <a:xfrm>
            <a:off x="3919464" y="1895387"/>
            <a:ext cx="1548000" cy="322249"/>
          </a:xfrm>
          <a:prstGeom prst="roundRect">
            <a:avLst>
              <a:gd name="adj" fmla="val 7096"/>
            </a:avLst>
          </a:prstGeom>
          <a:solidFill>
            <a:schemeClr val="accent2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1100" b="1">
                <a:solidFill>
                  <a:schemeClr val="bg1"/>
                </a:solidFill>
              </a:rPr>
              <a:t>90% Completato</a:t>
            </a:r>
          </a:p>
        </p:txBody>
      </p:sp>
      <p:sp>
        <p:nvSpPr>
          <p:cNvPr id="16" name="Rettangolo con angoli arrotondati 13">
            <a:extLst>
              <a:ext uri="{FF2B5EF4-FFF2-40B4-BE49-F238E27FC236}">
                <a16:creationId xmlns:a16="http://schemas.microsoft.com/office/drawing/2014/main" id="{2A581778-605E-D41D-A4BB-83F73D90B357}"/>
              </a:ext>
            </a:extLst>
          </p:cNvPr>
          <p:cNvSpPr/>
          <p:nvPr/>
        </p:nvSpPr>
        <p:spPr>
          <a:xfrm>
            <a:off x="8829614" y="1895387"/>
            <a:ext cx="1800000" cy="31618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Nuovi messaggi: 0</a:t>
            </a:r>
            <a:endParaRPr lang="it-IT" sz="1100" b="1">
              <a:solidFill>
                <a:schemeClr val="bg1"/>
              </a:solidFill>
            </a:endParaRPr>
          </a:p>
        </p:txBody>
      </p:sp>
      <p:sp>
        <p:nvSpPr>
          <p:cNvPr id="83" name="Rettangolo con angoli arrotondati 13">
            <a:extLst>
              <a:ext uri="{FF2B5EF4-FFF2-40B4-BE49-F238E27FC236}">
                <a16:creationId xmlns:a16="http://schemas.microsoft.com/office/drawing/2014/main" id="{49B3BAE7-FC14-5CFD-C532-15A75EE1AA4F}"/>
              </a:ext>
            </a:extLst>
          </p:cNvPr>
          <p:cNvSpPr/>
          <p:nvPr/>
        </p:nvSpPr>
        <p:spPr>
          <a:xfrm>
            <a:off x="5367267" y="2507474"/>
            <a:ext cx="5555159" cy="1846444"/>
          </a:xfrm>
          <a:prstGeom prst="roundRect">
            <a:avLst>
              <a:gd name="adj" fmla="val 2359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endParaRPr lang="it-IT" sz="1542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4" name="Rettangolo con angoli arrotondati 13">
            <a:extLst>
              <a:ext uri="{FF2B5EF4-FFF2-40B4-BE49-F238E27FC236}">
                <a16:creationId xmlns:a16="http://schemas.microsoft.com/office/drawing/2014/main" id="{0DD21E90-C3C8-19BE-518E-8B16AAE462CC}"/>
              </a:ext>
            </a:extLst>
          </p:cNvPr>
          <p:cNvSpPr/>
          <p:nvPr/>
        </p:nvSpPr>
        <p:spPr>
          <a:xfrm>
            <a:off x="5373190" y="4510549"/>
            <a:ext cx="5555159" cy="1846444"/>
          </a:xfrm>
          <a:prstGeom prst="roundRect">
            <a:avLst>
              <a:gd name="adj" fmla="val 2359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endParaRPr lang="it-IT" sz="1542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5" name="CasellaDiTesto 80">
            <a:extLst>
              <a:ext uri="{FF2B5EF4-FFF2-40B4-BE49-F238E27FC236}">
                <a16:creationId xmlns:a16="http://schemas.microsoft.com/office/drawing/2014/main" id="{6D8775E7-1F8E-DEA0-6176-7FB24F45E5A0}"/>
              </a:ext>
            </a:extLst>
          </p:cNvPr>
          <p:cNvSpPr txBox="1"/>
          <p:nvPr/>
        </p:nvSpPr>
        <p:spPr>
          <a:xfrm>
            <a:off x="5367268" y="4636586"/>
            <a:ext cx="2046864" cy="299183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1400" b="1">
                <a:solidFill>
                  <a:schemeClr val="accent5">
                    <a:lumMod val="75000"/>
                  </a:schemeClr>
                </a:solidFill>
              </a:rPr>
              <a:t>Target individuato</a:t>
            </a:r>
          </a:p>
        </p:txBody>
      </p:sp>
      <p:sp>
        <p:nvSpPr>
          <p:cNvPr id="86" name="CasellaDiTesto 80">
            <a:extLst>
              <a:ext uri="{FF2B5EF4-FFF2-40B4-BE49-F238E27FC236}">
                <a16:creationId xmlns:a16="http://schemas.microsoft.com/office/drawing/2014/main" id="{1FA828E3-E7AC-208F-438A-473517CFAECA}"/>
              </a:ext>
            </a:extLst>
          </p:cNvPr>
          <p:cNvSpPr txBox="1"/>
          <p:nvPr/>
        </p:nvSpPr>
        <p:spPr>
          <a:xfrm>
            <a:off x="5421095" y="4857981"/>
            <a:ext cx="1956477" cy="206850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Numero di soggetti in perimetro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871C301-1EF6-72A6-DE45-14A909B455DE}"/>
              </a:ext>
            </a:extLst>
          </p:cNvPr>
          <p:cNvCxnSpPr>
            <a:cxnSpLocks/>
          </p:cNvCxnSpPr>
          <p:nvPr/>
        </p:nvCxnSpPr>
        <p:spPr>
          <a:xfrm>
            <a:off x="7472092" y="4676302"/>
            <a:ext cx="0" cy="1514938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ECE8A46-820F-B27A-F8FC-0919C1E139FA}"/>
              </a:ext>
            </a:extLst>
          </p:cNvPr>
          <p:cNvCxnSpPr>
            <a:cxnSpLocks/>
          </p:cNvCxnSpPr>
          <p:nvPr/>
        </p:nvCxnSpPr>
        <p:spPr>
          <a:xfrm>
            <a:off x="9236867" y="4676302"/>
            <a:ext cx="0" cy="1514938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9" name="Rettangolo con angoli arrotondati 13">
            <a:extLst>
              <a:ext uri="{FF2B5EF4-FFF2-40B4-BE49-F238E27FC236}">
                <a16:creationId xmlns:a16="http://schemas.microsoft.com/office/drawing/2014/main" id="{F7EB540A-7051-C82E-2ABA-2810C08D3946}"/>
              </a:ext>
            </a:extLst>
          </p:cNvPr>
          <p:cNvSpPr/>
          <p:nvPr/>
        </p:nvSpPr>
        <p:spPr>
          <a:xfrm>
            <a:off x="5991247" y="5233476"/>
            <a:ext cx="755551" cy="58894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en-US" sz="2177" b="1">
                <a:solidFill>
                  <a:schemeClr val="accent5">
                    <a:lumMod val="75000"/>
                  </a:schemeClr>
                </a:solidFill>
              </a:rPr>
              <a:t>300</a:t>
            </a:r>
            <a:endParaRPr lang="it-IT" sz="2177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0" name="CasellaDiTesto 80">
            <a:extLst>
              <a:ext uri="{FF2B5EF4-FFF2-40B4-BE49-F238E27FC236}">
                <a16:creationId xmlns:a16="http://schemas.microsoft.com/office/drawing/2014/main" id="{A551FA22-DA6B-2331-B1CA-231C30203651}"/>
              </a:ext>
            </a:extLst>
          </p:cNvPr>
          <p:cNvSpPr txBox="1"/>
          <p:nvPr/>
        </p:nvSpPr>
        <p:spPr>
          <a:xfrm>
            <a:off x="7709700" y="4617158"/>
            <a:ext cx="1232371" cy="299183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1400" b="1" i="1" err="1">
                <a:solidFill>
                  <a:schemeClr val="accent5">
                    <a:lumMod val="75000"/>
                  </a:schemeClr>
                </a:solidFill>
              </a:rPr>
              <a:t>Opting</a:t>
            </a:r>
            <a:r>
              <a:rPr lang="it-IT" sz="1400" b="1" i="1">
                <a:solidFill>
                  <a:schemeClr val="accent5">
                    <a:lumMod val="75000"/>
                  </a:schemeClr>
                </a:solidFill>
              </a:rPr>
              <a:t> out</a:t>
            </a:r>
          </a:p>
        </p:txBody>
      </p:sp>
      <p:sp>
        <p:nvSpPr>
          <p:cNvPr id="91" name="CasellaDiTesto 80">
            <a:extLst>
              <a:ext uri="{FF2B5EF4-FFF2-40B4-BE49-F238E27FC236}">
                <a16:creationId xmlns:a16="http://schemas.microsoft.com/office/drawing/2014/main" id="{A031C618-E5B3-CC45-0ADD-533D04273048}"/>
              </a:ext>
            </a:extLst>
          </p:cNvPr>
          <p:cNvSpPr txBox="1"/>
          <p:nvPr/>
        </p:nvSpPr>
        <p:spPr>
          <a:xfrm>
            <a:off x="7700513" y="4858843"/>
            <a:ext cx="1331731" cy="206850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Numero di soggetti </a:t>
            </a:r>
          </a:p>
        </p:txBody>
      </p:sp>
      <p:sp>
        <p:nvSpPr>
          <p:cNvPr id="92" name="CasellaDiTesto 80">
            <a:extLst>
              <a:ext uri="{FF2B5EF4-FFF2-40B4-BE49-F238E27FC236}">
                <a16:creationId xmlns:a16="http://schemas.microsoft.com/office/drawing/2014/main" id="{994AA752-2705-1B8F-9062-30BD982509FB}"/>
              </a:ext>
            </a:extLst>
          </p:cNvPr>
          <p:cNvSpPr txBox="1"/>
          <p:nvPr/>
        </p:nvSpPr>
        <p:spPr>
          <a:xfrm>
            <a:off x="9269852" y="4617158"/>
            <a:ext cx="1664038" cy="299183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1400" b="1">
                <a:solidFill>
                  <a:schemeClr val="accent5">
                    <a:lumMod val="75000"/>
                  </a:schemeClr>
                </a:solidFill>
              </a:rPr>
              <a:t>Risorse liberate</a:t>
            </a:r>
          </a:p>
        </p:txBody>
      </p:sp>
      <p:sp>
        <p:nvSpPr>
          <p:cNvPr id="93" name="CasellaDiTesto 80">
            <a:extLst>
              <a:ext uri="{FF2B5EF4-FFF2-40B4-BE49-F238E27FC236}">
                <a16:creationId xmlns:a16="http://schemas.microsoft.com/office/drawing/2014/main" id="{06A74134-A542-13DB-CA06-EF4248E25FEF}"/>
              </a:ext>
            </a:extLst>
          </p:cNvPr>
          <p:cNvSpPr txBox="1"/>
          <p:nvPr/>
        </p:nvSpPr>
        <p:spPr>
          <a:xfrm>
            <a:off x="9327041" y="4861213"/>
            <a:ext cx="1439878" cy="206850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Importi da redistribuire </a:t>
            </a:r>
          </a:p>
        </p:txBody>
      </p:sp>
      <p:sp>
        <p:nvSpPr>
          <p:cNvPr id="94" name="CasellaDiTesto 80">
            <a:extLst>
              <a:ext uri="{FF2B5EF4-FFF2-40B4-BE49-F238E27FC236}">
                <a16:creationId xmlns:a16="http://schemas.microsoft.com/office/drawing/2014/main" id="{CD3EA934-0A7D-C1D1-52F8-E0F67F77C506}"/>
              </a:ext>
            </a:extLst>
          </p:cNvPr>
          <p:cNvSpPr txBox="1"/>
          <p:nvPr/>
        </p:nvSpPr>
        <p:spPr>
          <a:xfrm>
            <a:off x="6611376" y="2613714"/>
            <a:ext cx="3046108" cy="253017"/>
          </a:xfrm>
          <a:prstGeom prst="rect">
            <a:avLst/>
          </a:prstGeom>
          <a:noFill/>
        </p:spPr>
        <p:txBody>
          <a:bodyPr wrap="square" lIns="82931" tIns="41465" rIns="82931" bIns="41465" rtlCol="0" anchor="t">
            <a:spAutoFit/>
          </a:bodyPr>
          <a:lstStyle/>
          <a:p>
            <a:pPr algn="ctr"/>
            <a:r>
              <a:rPr lang="it-IT" sz="1100" b="1">
                <a:solidFill>
                  <a:schemeClr val="accent5">
                    <a:lumMod val="75000"/>
                  </a:schemeClr>
                </a:solidFill>
              </a:rPr>
              <a:t>Copertura delle opportunità</a:t>
            </a:r>
            <a:endParaRPr lang="it-IT" sz="12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7406B4D-A0C7-D9B1-A0D6-22A99F072386}"/>
              </a:ext>
            </a:extLst>
          </p:cNvPr>
          <p:cNvCxnSpPr>
            <a:cxnSpLocks/>
          </p:cNvCxnSpPr>
          <p:nvPr/>
        </p:nvCxnSpPr>
        <p:spPr>
          <a:xfrm flipH="1">
            <a:off x="5991626" y="3932516"/>
            <a:ext cx="4540562" cy="0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A03245E-6500-60F2-4352-6D9D2984355D}"/>
              </a:ext>
            </a:extLst>
          </p:cNvPr>
          <p:cNvCxnSpPr>
            <a:cxnSpLocks/>
          </p:cNvCxnSpPr>
          <p:nvPr/>
        </p:nvCxnSpPr>
        <p:spPr>
          <a:xfrm flipH="1">
            <a:off x="5991626" y="3558583"/>
            <a:ext cx="4540562" cy="6299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18C289-FCF1-62B4-AB44-6EC697F9EB12}"/>
              </a:ext>
            </a:extLst>
          </p:cNvPr>
          <p:cNvCxnSpPr>
            <a:cxnSpLocks/>
          </p:cNvCxnSpPr>
          <p:nvPr/>
        </p:nvCxnSpPr>
        <p:spPr>
          <a:xfrm flipH="1">
            <a:off x="5987487" y="3186636"/>
            <a:ext cx="4548840" cy="0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61A9AA6-D25E-CED8-AE09-FA7B27970497}"/>
              </a:ext>
            </a:extLst>
          </p:cNvPr>
          <p:cNvCxnSpPr>
            <a:cxnSpLocks/>
          </p:cNvCxnSpPr>
          <p:nvPr/>
        </p:nvCxnSpPr>
        <p:spPr>
          <a:xfrm>
            <a:off x="6072202" y="3100607"/>
            <a:ext cx="0" cy="922171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919D322-CC90-2759-B281-74117E27E39C}"/>
              </a:ext>
            </a:extLst>
          </p:cNvPr>
          <p:cNvCxnSpPr>
            <a:cxnSpLocks/>
          </p:cNvCxnSpPr>
          <p:nvPr/>
        </p:nvCxnSpPr>
        <p:spPr>
          <a:xfrm>
            <a:off x="6980395" y="3100607"/>
            <a:ext cx="0" cy="922171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81A575B-EF6B-FD20-5DB7-A7FB5FB984C7}"/>
              </a:ext>
            </a:extLst>
          </p:cNvPr>
          <p:cNvCxnSpPr>
            <a:cxnSpLocks/>
          </p:cNvCxnSpPr>
          <p:nvPr/>
        </p:nvCxnSpPr>
        <p:spPr>
          <a:xfrm>
            <a:off x="7854783" y="3100607"/>
            <a:ext cx="0" cy="922171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67E40F5-FC80-AEDE-CCD6-09B708FBA55F}"/>
              </a:ext>
            </a:extLst>
          </p:cNvPr>
          <p:cNvCxnSpPr>
            <a:cxnSpLocks/>
          </p:cNvCxnSpPr>
          <p:nvPr/>
        </p:nvCxnSpPr>
        <p:spPr>
          <a:xfrm>
            <a:off x="8743341" y="3100607"/>
            <a:ext cx="0" cy="922171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CB3DD02-6899-1EB4-1D0D-74CD03287188}"/>
              </a:ext>
            </a:extLst>
          </p:cNvPr>
          <p:cNvCxnSpPr>
            <a:cxnSpLocks/>
          </p:cNvCxnSpPr>
          <p:nvPr/>
        </p:nvCxnSpPr>
        <p:spPr>
          <a:xfrm>
            <a:off x="9590983" y="3100608"/>
            <a:ext cx="0" cy="922171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AA4A25A-DEAC-5C44-B7E4-64FA28857D62}"/>
              </a:ext>
            </a:extLst>
          </p:cNvPr>
          <p:cNvCxnSpPr>
            <a:cxnSpLocks/>
          </p:cNvCxnSpPr>
          <p:nvPr/>
        </p:nvCxnSpPr>
        <p:spPr>
          <a:xfrm>
            <a:off x="10446250" y="3100607"/>
            <a:ext cx="0" cy="922171"/>
          </a:xfrm>
          <a:prstGeom prst="line">
            <a:avLst/>
          </a:prstGeom>
          <a:ln>
            <a:solidFill>
              <a:schemeClr val="tx2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4" name="CasellaDiTesto 9">
            <a:extLst>
              <a:ext uri="{FF2B5EF4-FFF2-40B4-BE49-F238E27FC236}">
                <a16:creationId xmlns:a16="http://schemas.microsoft.com/office/drawing/2014/main" id="{E7DF4787-DA8D-B18F-92CB-50966BB21AAF}"/>
              </a:ext>
            </a:extLst>
          </p:cNvPr>
          <p:cNvSpPr txBox="1"/>
          <p:nvPr/>
        </p:nvSpPr>
        <p:spPr>
          <a:xfrm>
            <a:off x="5835341" y="4046155"/>
            <a:ext cx="505716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Mar - 22</a:t>
            </a:r>
          </a:p>
        </p:txBody>
      </p:sp>
      <p:sp>
        <p:nvSpPr>
          <p:cNvPr id="105" name="CasellaDiTesto 9">
            <a:extLst>
              <a:ext uri="{FF2B5EF4-FFF2-40B4-BE49-F238E27FC236}">
                <a16:creationId xmlns:a16="http://schemas.microsoft.com/office/drawing/2014/main" id="{505A9D7F-4789-497E-F797-7154B4898701}"/>
              </a:ext>
            </a:extLst>
          </p:cNvPr>
          <p:cNvSpPr txBox="1"/>
          <p:nvPr/>
        </p:nvSpPr>
        <p:spPr>
          <a:xfrm>
            <a:off x="6742672" y="4046155"/>
            <a:ext cx="488082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r>
              <a:rPr lang="it-IT" sz="800" err="1">
                <a:solidFill>
                  <a:schemeClr val="accent5">
                    <a:lumMod val="75000"/>
                  </a:schemeClr>
                </a:solidFill>
              </a:rPr>
              <a:t>Giu</a:t>
            </a:r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 - 22</a:t>
            </a:r>
          </a:p>
        </p:txBody>
      </p:sp>
      <p:sp>
        <p:nvSpPr>
          <p:cNvPr id="106" name="CasellaDiTesto 9">
            <a:extLst>
              <a:ext uri="{FF2B5EF4-FFF2-40B4-BE49-F238E27FC236}">
                <a16:creationId xmlns:a16="http://schemas.microsoft.com/office/drawing/2014/main" id="{285FD4C0-B3FA-1A4C-5DD6-CCF5EC97E978}"/>
              </a:ext>
            </a:extLst>
          </p:cNvPr>
          <p:cNvSpPr txBox="1"/>
          <p:nvPr/>
        </p:nvSpPr>
        <p:spPr>
          <a:xfrm>
            <a:off x="7624249" y="4046155"/>
            <a:ext cx="481670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Ott - 22</a:t>
            </a:r>
          </a:p>
        </p:txBody>
      </p:sp>
      <p:sp>
        <p:nvSpPr>
          <p:cNvPr id="107" name="CasellaDiTesto 9">
            <a:extLst>
              <a:ext uri="{FF2B5EF4-FFF2-40B4-BE49-F238E27FC236}">
                <a16:creationId xmlns:a16="http://schemas.microsoft.com/office/drawing/2014/main" id="{3D21CED3-5D76-D7A0-F786-95E3D9B2D3BA}"/>
              </a:ext>
            </a:extLst>
          </p:cNvPr>
          <p:cNvSpPr txBox="1"/>
          <p:nvPr/>
        </p:nvSpPr>
        <p:spPr>
          <a:xfrm>
            <a:off x="8503134" y="4046155"/>
            <a:ext cx="478464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r>
              <a:rPr lang="it-IT" sz="800" err="1">
                <a:solidFill>
                  <a:schemeClr val="accent5">
                    <a:lumMod val="75000"/>
                  </a:schemeClr>
                </a:solidFill>
              </a:rPr>
              <a:t>Dic</a:t>
            </a:r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 - 22</a:t>
            </a:r>
          </a:p>
        </p:txBody>
      </p:sp>
      <p:sp>
        <p:nvSpPr>
          <p:cNvPr id="108" name="CasellaDiTesto 9">
            <a:extLst>
              <a:ext uri="{FF2B5EF4-FFF2-40B4-BE49-F238E27FC236}">
                <a16:creationId xmlns:a16="http://schemas.microsoft.com/office/drawing/2014/main" id="{A34E3C2E-A89C-00FD-E08F-C78C7291E551}"/>
              </a:ext>
            </a:extLst>
          </p:cNvPr>
          <p:cNvSpPr txBox="1"/>
          <p:nvPr/>
        </p:nvSpPr>
        <p:spPr>
          <a:xfrm>
            <a:off x="9353748" y="4046155"/>
            <a:ext cx="481670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Ott - 22</a:t>
            </a:r>
          </a:p>
        </p:txBody>
      </p:sp>
      <p:sp>
        <p:nvSpPr>
          <p:cNvPr id="109" name="CasellaDiTesto 9">
            <a:extLst>
              <a:ext uri="{FF2B5EF4-FFF2-40B4-BE49-F238E27FC236}">
                <a16:creationId xmlns:a16="http://schemas.microsoft.com/office/drawing/2014/main" id="{594B4C8A-F4EF-25B5-B0B7-DC443BEEEB29}"/>
              </a:ext>
            </a:extLst>
          </p:cNvPr>
          <p:cNvSpPr txBox="1"/>
          <p:nvPr/>
        </p:nvSpPr>
        <p:spPr>
          <a:xfrm>
            <a:off x="10196777" y="4046155"/>
            <a:ext cx="505716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Mar - 23</a:t>
            </a:r>
          </a:p>
        </p:txBody>
      </p:sp>
      <p:sp>
        <p:nvSpPr>
          <p:cNvPr id="110" name="CasellaDiTesto 9">
            <a:extLst>
              <a:ext uri="{FF2B5EF4-FFF2-40B4-BE49-F238E27FC236}">
                <a16:creationId xmlns:a16="http://schemas.microsoft.com/office/drawing/2014/main" id="{C03C6722-7A24-5EFE-0B75-9A4EE36003EC}"/>
              </a:ext>
            </a:extLst>
          </p:cNvPr>
          <p:cNvSpPr txBox="1"/>
          <p:nvPr/>
        </p:nvSpPr>
        <p:spPr>
          <a:xfrm>
            <a:off x="5737554" y="3851193"/>
            <a:ext cx="218778" cy="2068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lIns="82931" tIns="41465" rIns="82931" bIns="41465" rtlCol="0" anchor="t">
            <a:spAutoFit/>
          </a:bodyPr>
          <a:lstStyle/>
          <a:p>
            <a:pPr algn="r"/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1" name="CasellaDiTesto 9">
            <a:extLst>
              <a:ext uri="{FF2B5EF4-FFF2-40B4-BE49-F238E27FC236}">
                <a16:creationId xmlns:a16="http://schemas.microsoft.com/office/drawing/2014/main" id="{FB39765A-4A68-7B3A-1152-F1E70A8D91C1}"/>
              </a:ext>
            </a:extLst>
          </p:cNvPr>
          <p:cNvSpPr txBox="1"/>
          <p:nvPr/>
        </p:nvSpPr>
        <p:spPr>
          <a:xfrm>
            <a:off x="5378479" y="3478518"/>
            <a:ext cx="577852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pPr algn="r"/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1.500.000</a:t>
            </a:r>
          </a:p>
        </p:txBody>
      </p:sp>
      <p:sp>
        <p:nvSpPr>
          <p:cNvPr id="112" name="CasellaDiTesto 9">
            <a:extLst>
              <a:ext uri="{FF2B5EF4-FFF2-40B4-BE49-F238E27FC236}">
                <a16:creationId xmlns:a16="http://schemas.microsoft.com/office/drawing/2014/main" id="{55F264ED-1CAA-F010-D57C-2BF5BBFD2FCC}"/>
              </a:ext>
            </a:extLst>
          </p:cNvPr>
          <p:cNvSpPr txBox="1"/>
          <p:nvPr/>
        </p:nvSpPr>
        <p:spPr>
          <a:xfrm>
            <a:off x="5378479" y="3097010"/>
            <a:ext cx="577852" cy="206850"/>
          </a:xfrm>
          <a:prstGeom prst="rect">
            <a:avLst/>
          </a:prstGeom>
          <a:noFill/>
        </p:spPr>
        <p:txBody>
          <a:bodyPr wrap="none" lIns="82931" tIns="41465" rIns="82931" bIns="41465" rtlCol="0" anchor="t">
            <a:spAutoFit/>
          </a:bodyPr>
          <a:lstStyle/>
          <a:p>
            <a:pPr algn="r"/>
            <a:r>
              <a:rPr lang="it-IT" sz="800">
                <a:solidFill>
                  <a:schemeClr val="accent5">
                    <a:lumMod val="75000"/>
                  </a:schemeClr>
                </a:solidFill>
              </a:rPr>
              <a:t>3.000.000</a:t>
            </a:r>
          </a:p>
        </p:txBody>
      </p:sp>
      <p:sp>
        <p:nvSpPr>
          <p:cNvPr id="113" name="Rettangolo con angoli arrotondati 1">
            <a:extLst>
              <a:ext uri="{FF2B5EF4-FFF2-40B4-BE49-F238E27FC236}">
                <a16:creationId xmlns:a16="http://schemas.microsoft.com/office/drawing/2014/main" id="{428E970E-6676-9651-5FA9-0BEE66567417}"/>
              </a:ext>
            </a:extLst>
          </p:cNvPr>
          <p:cNvSpPr/>
          <p:nvPr/>
        </p:nvSpPr>
        <p:spPr>
          <a:xfrm>
            <a:off x="6014173" y="6089614"/>
            <a:ext cx="703987" cy="135059"/>
          </a:xfrm>
          <a:prstGeom prst="roundRect">
            <a:avLst/>
          </a:prstGeom>
          <a:solidFill>
            <a:srgbClr val="3A44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70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</a:rPr>
              <a:t>ESPANDI</a:t>
            </a:r>
          </a:p>
        </p:txBody>
      </p:sp>
      <p:sp>
        <p:nvSpPr>
          <p:cNvPr id="114" name="Rettangolo con angoli arrotondati 1">
            <a:extLst>
              <a:ext uri="{FF2B5EF4-FFF2-40B4-BE49-F238E27FC236}">
                <a16:creationId xmlns:a16="http://schemas.microsoft.com/office/drawing/2014/main" id="{7341AEA2-69A3-138C-A1A1-A3620C259059}"/>
              </a:ext>
            </a:extLst>
          </p:cNvPr>
          <p:cNvSpPr/>
          <p:nvPr/>
        </p:nvSpPr>
        <p:spPr>
          <a:xfrm>
            <a:off x="7974945" y="6089165"/>
            <a:ext cx="703987" cy="135059"/>
          </a:xfrm>
          <a:prstGeom prst="roundRect">
            <a:avLst/>
          </a:prstGeom>
          <a:solidFill>
            <a:srgbClr val="3A44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70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</a:rPr>
              <a:t>ESPANDI</a:t>
            </a:r>
          </a:p>
        </p:txBody>
      </p:sp>
      <p:sp>
        <p:nvSpPr>
          <p:cNvPr id="115" name="Rettangolo con angoli arrotondati 1">
            <a:extLst>
              <a:ext uri="{FF2B5EF4-FFF2-40B4-BE49-F238E27FC236}">
                <a16:creationId xmlns:a16="http://schemas.microsoft.com/office/drawing/2014/main" id="{DF65CD8C-116B-7592-9D49-7B59B510A318}"/>
              </a:ext>
            </a:extLst>
          </p:cNvPr>
          <p:cNvSpPr/>
          <p:nvPr/>
        </p:nvSpPr>
        <p:spPr>
          <a:xfrm>
            <a:off x="9749057" y="6089165"/>
            <a:ext cx="703987" cy="135059"/>
          </a:xfrm>
          <a:prstGeom prst="roundRect">
            <a:avLst/>
          </a:prstGeom>
          <a:solidFill>
            <a:srgbClr val="3A44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it-IT" sz="70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</a:rPr>
              <a:t>ESPANDI</a:t>
            </a:r>
          </a:p>
        </p:txBody>
      </p:sp>
      <p:graphicFrame>
        <p:nvGraphicFramePr>
          <p:cNvPr id="116" name="Chart 115">
            <a:extLst>
              <a:ext uri="{FF2B5EF4-FFF2-40B4-BE49-F238E27FC236}">
                <a16:creationId xmlns:a16="http://schemas.microsoft.com/office/drawing/2014/main" id="{ED5874DA-EDD3-F8C5-6431-E5697516E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070765"/>
              </p:ext>
            </p:extLst>
          </p:nvPr>
        </p:nvGraphicFramePr>
        <p:xfrm>
          <a:off x="5955425" y="2984853"/>
          <a:ext cx="2771965" cy="1068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17" name="Graphic 116" descr="Information with solid fill">
            <a:extLst>
              <a:ext uri="{FF2B5EF4-FFF2-40B4-BE49-F238E27FC236}">
                <a16:creationId xmlns:a16="http://schemas.microsoft.com/office/drawing/2014/main" id="{C0A1A71E-C815-CE81-FB37-F0B9318795E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4954" y="4609487"/>
            <a:ext cx="104783" cy="104783"/>
          </a:xfrm>
          <a:prstGeom prst="rect">
            <a:avLst/>
          </a:prstGeom>
        </p:spPr>
      </p:pic>
      <p:sp>
        <p:nvSpPr>
          <p:cNvPr id="118" name="Rettangolo con angoli arrotondati 13">
            <a:extLst>
              <a:ext uri="{FF2B5EF4-FFF2-40B4-BE49-F238E27FC236}">
                <a16:creationId xmlns:a16="http://schemas.microsoft.com/office/drawing/2014/main" id="{2F2BD1BF-B9B5-8DA5-9FF0-1366FC8E1848}"/>
              </a:ext>
            </a:extLst>
          </p:cNvPr>
          <p:cNvSpPr/>
          <p:nvPr/>
        </p:nvSpPr>
        <p:spPr>
          <a:xfrm>
            <a:off x="7944003" y="5233475"/>
            <a:ext cx="755551" cy="58894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en-US" sz="2150" b="1">
                <a:solidFill>
                  <a:schemeClr val="accent5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19" name="Rettangolo con angoli arrotondati 13">
            <a:extLst>
              <a:ext uri="{FF2B5EF4-FFF2-40B4-BE49-F238E27FC236}">
                <a16:creationId xmlns:a16="http://schemas.microsoft.com/office/drawing/2014/main" id="{7D3F6BD2-CBEA-87DB-9E2D-F46FDD43D138}"/>
              </a:ext>
            </a:extLst>
          </p:cNvPr>
          <p:cNvSpPr/>
          <p:nvPr/>
        </p:nvSpPr>
        <p:spPr>
          <a:xfrm>
            <a:off x="9692496" y="5233475"/>
            <a:ext cx="755551" cy="58894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31" tIns="41465" rIns="82931" bIns="41465" rtlCol="0" anchor="ctr"/>
          <a:lstStyle/>
          <a:p>
            <a:pPr algn="ctr"/>
            <a:r>
              <a:rPr lang="en-US" sz="2150" b="1">
                <a:solidFill>
                  <a:schemeClr val="accent5">
                    <a:lumMod val="75000"/>
                  </a:schemeClr>
                </a:solidFill>
              </a:rPr>
              <a:t>25</a:t>
            </a:r>
          </a:p>
        </p:txBody>
      </p:sp>
      <p:pic>
        <p:nvPicPr>
          <p:cNvPr id="124" name="Picture 123" descr="Chart&#10;&#10;Description automatically generated">
            <a:extLst>
              <a:ext uri="{FF2B5EF4-FFF2-40B4-BE49-F238E27FC236}">
                <a16:creationId xmlns:a16="http://schemas.microsoft.com/office/drawing/2014/main" id="{D7BF2682-3BB6-D8C7-216D-5A6340805FE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70" t="13057" r="134" b="4080"/>
          <a:stretch/>
        </p:blipFill>
        <p:spPr>
          <a:xfrm>
            <a:off x="11490089" y="1493495"/>
            <a:ext cx="87354" cy="4886833"/>
          </a:xfrm>
          <a:prstGeom prst="rect">
            <a:avLst/>
          </a:prstGeom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FB2F4C2-8628-0FA8-03F5-6649D7E34606}"/>
              </a:ext>
            </a:extLst>
          </p:cNvPr>
          <p:cNvGrpSpPr/>
          <p:nvPr/>
        </p:nvGrpSpPr>
        <p:grpSpPr>
          <a:xfrm>
            <a:off x="902776" y="2510051"/>
            <a:ext cx="4046409" cy="3870796"/>
            <a:chOff x="902776" y="2266858"/>
            <a:chExt cx="4046409" cy="3870796"/>
          </a:xfrm>
        </p:grpSpPr>
        <p:sp>
          <p:nvSpPr>
            <p:cNvPr id="18" name="Rettangolo con angoli arrotondati 13">
              <a:extLst>
                <a:ext uri="{FF2B5EF4-FFF2-40B4-BE49-F238E27FC236}">
                  <a16:creationId xmlns:a16="http://schemas.microsoft.com/office/drawing/2014/main" id="{A7CD8F74-08E3-65D3-F4A6-BC1FBC15C8CD}"/>
                </a:ext>
              </a:extLst>
            </p:cNvPr>
            <p:cNvSpPr/>
            <p:nvPr/>
          </p:nvSpPr>
          <p:spPr>
            <a:xfrm>
              <a:off x="902776" y="2266858"/>
              <a:ext cx="4046409" cy="3870796"/>
            </a:xfrm>
            <a:prstGeom prst="roundRect">
              <a:avLst>
                <a:gd name="adj" fmla="val 2359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pPr algn="ctr"/>
              <a:endParaRPr lang="it-IT" sz="1542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9" name="CasellaDiTesto 80">
              <a:extLst>
                <a:ext uri="{FF2B5EF4-FFF2-40B4-BE49-F238E27FC236}">
                  <a16:creationId xmlns:a16="http://schemas.microsoft.com/office/drawing/2014/main" id="{04A19EA5-FEB7-9B27-C333-29AE27CD187E}"/>
                </a:ext>
              </a:extLst>
            </p:cNvPr>
            <p:cNvSpPr txBox="1"/>
            <p:nvPr/>
          </p:nvSpPr>
          <p:spPr>
            <a:xfrm>
              <a:off x="1370285" y="2377410"/>
              <a:ext cx="2336360" cy="299183"/>
            </a:xfrm>
            <a:prstGeom prst="rect">
              <a:avLst/>
            </a:prstGeom>
            <a:noFill/>
          </p:spPr>
          <p:txBody>
            <a:bodyPr wrap="square" lIns="82931" tIns="41465" rIns="82931" bIns="41465" rtlCol="0" anchor="t">
              <a:spAutoFit/>
            </a:bodyPr>
            <a:lstStyle/>
            <a:p>
              <a:r>
                <a:rPr lang="it-IT" sz="1400" b="1">
                  <a:solidFill>
                    <a:schemeClr val="accent5">
                      <a:lumMod val="75000"/>
                    </a:schemeClr>
                  </a:solidFill>
                </a:rPr>
                <a:t>Cerca il bando</a:t>
              </a:r>
            </a:p>
          </p:txBody>
        </p:sp>
        <p:sp>
          <p:nvSpPr>
            <p:cNvPr id="20" name="CasellaDiTesto 80">
              <a:extLst>
                <a:ext uri="{FF2B5EF4-FFF2-40B4-BE49-F238E27FC236}">
                  <a16:creationId xmlns:a16="http://schemas.microsoft.com/office/drawing/2014/main" id="{E39DA6DB-507F-2010-1821-21DDD64C2C86}"/>
                </a:ext>
              </a:extLst>
            </p:cNvPr>
            <p:cNvSpPr txBox="1"/>
            <p:nvPr/>
          </p:nvSpPr>
          <p:spPr>
            <a:xfrm>
              <a:off x="1370284" y="2677613"/>
              <a:ext cx="3457169" cy="360739"/>
            </a:xfrm>
            <a:prstGeom prst="rect">
              <a:avLst/>
            </a:prstGeom>
            <a:noFill/>
          </p:spPr>
          <p:txBody>
            <a:bodyPr wrap="square" lIns="82931" tIns="41465" rIns="82931" bIns="41465" rtlCol="0" anchor="t">
              <a:spAutoFit/>
            </a:bodyPr>
            <a:lstStyle/>
            <a:p>
              <a:r>
                <a:rPr lang="it-IT" sz="900">
                  <a:solidFill>
                    <a:schemeClr val="accent5">
                      <a:lumMod val="75000"/>
                    </a:schemeClr>
                  </a:solidFill>
                </a:rPr>
                <a:t>Effettua ricerche sulla piattaforma per trovare il bando più</a:t>
              </a:r>
              <a:r>
                <a:rPr lang="en-US" sz="900">
                  <a:solidFill>
                    <a:schemeClr val="accent5">
                      <a:lumMod val="75000"/>
                    </a:schemeClr>
                  </a:solidFill>
                </a:rPr>
                <a:t> in </a:t>
              </a:r>
              <a:br>
                <a:rPr lang="en-US" sz="900">
                  <a:solidFill>
                    <a:schemeClr val="accent5">
                      <a:lumMod val="75000"/>
                    </a:schemeClr>
                  </a:solidFill>
                </a:rPr>
              </a:br>
              <a:r>
                <a:rPr lang="en-US" sz="900" err="1">
                  <a:solidFill>
                    <a:schemeClr val="accent5">
                      <a:lumMod val="75000"/>
                    </a:schemeClr>
                  </a:solidFill>
                </a:rPr>
                <a:t>linea</a:t>
              </a:r>
              <a:r>
                <a:rPr lang="en-US" sz="900">
                  <a:solidFill>
                    <a:schemeClr val="accent5">
                      <a:lumMod val="75000"/>
                    </a:schemeClr>
                  </a:solidFill>
                </a:rPr>
                <a:t> con le </a:t>
              </a:r>
              <a:r>
                <a:rPr lang="en-US" sz="900" err="1">
                  <a:solidFill>
                    <a:schemeClr val="accent5">
                      <a:lumMod val="75000"/>
                    </a:schemeClr>
                  </a:solidFill>
                </a:rPr>
                <a:t>tue</a:t>
              </a:r>
              <a:r>
                <a:rPr lang="en-US" sz="90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900" err="1">
                  <a:solidFill>
                    <a:schemeClr val="accent5">
                      <a:lumMod val="75000"/>
                    </a:schemeClr>
                  </a:solidFill>
                </a:rPr>
                <a:t>esigenze</a:t>
              </a:r>
              <a:r>
                <a:rPr lang="it-IT" sz="900">
                  <a:solidFill>
                    <a:schemeClr val="accent5">
                      <a:lumMod val="75000"/>
                    </a:schemeClr>
                  </a:solidFill>
                </a:rPr>
                <a:t>.</a:t>
              </a:r>
            </a:p>
          </p:txBody>
        </p:sp>
        <p:sp>
          <p:nvSpPr>
            <p:cNvPr id="21" name="Rettangolo con angoli arrotondati 78">
              <a:extLst>
                <a:ext uri="{FF2B5EF4-FFF2-40B4-BE49-F238E27FC236}">
                  <a16:creationId xmlns:a16="http://schemas.microsoft.com/office/drawing/2014/main" id="{DFB848CF-1903-565F-4EAA-FC1670A0926A}"/>
                </a:ext>
              </a:extLst>
            </p:cNvPr>
            <p:cNvSpPr/>
            <p:nvPr/>
          </p:nvSpPr>
          <p:spPr>
            <a:xfrm>
              <a:off x="1381479" y="3153815"/>
              <a:ext cx="3385108" cy="33433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r>
                <a:rPr lang="it-IT" sz="950">
                  <a:solidFill>
                    <a:schemeClr val="accent5">
                      <a:lumMod val="75000"/>
                    </a:schemeClr>
                  </a:solidFill>
                </a:rPr>
                <a:t>#Riparto</a:t>
              </a:r>
              <a:endParaRPr lang="it-IT" sz="998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pic>
          <p:nvPicPr>
            <p:cNvPr id="22" name="Graphic 21" descr="Play with solid fill">
              <a:extLst>
                <a:ext uri="{FF2B5EF4-FFF2-40B4-BE49-F238E27FC236}">
                  <a16:creationId xmlns:a16="http://schemas.microsoft.com/office/drawing/2014/main" id="{D5AB771E-F911-C8FF-BE2E-AA779C9D0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4577259" y="3280763"/>
              <a:ext cx="94459" cy="108660"/>
            </a:xfrm>
            <a:prstGeom prst="rect">
              <a:avLst/>
            </a:prstGeom>
          </p:spPr>
        </p:pic>
        <p:sp>
          <p:nvSpPr>
            <p:cNvPr id="23" name="CasellaDiTesto 80">
              <a:extLst>
                <a:ext uri="{FF2B5EF4-FFF2-40B4-BE49-F238E27FC236}">
                  <a16:creationId xmlns:a16="http://schemas.microsoft.com/office/drawing/2014/main" id="{BBEC853E-07B2-59DA-009D-60E7F7AEE99F}"/>
                </a:ext>
              </a:extLst>
            </p:cNvPr>
            <p:cNvSpPr txBox="1"/>
            <p:nvPr/>
          </p:nvSpPr>
          <p:spPr>
            <a:xfrm>
              <a:off x="1533695" y="3692174"/>
              <a:ext cx="889615" cy="206850"/>
            </a:xfrm>
            <a:prstGeom prst="rect">
              <a:avLst/>
            </a:prstGeom>
            <a:noFill/>
          </p:spPr>
          <p:txBody>
            <a:bodyPr wrap="square" lIns="82931" tIns="41465" rIns="82931" bIns="41465" rtlCol="0" anchor="t">
              <a:spAutoFit/>
            </a:bodyPr>
            <a:lstStyle/>
            <a:p>
              <a:pPr algn="ctr"/>
              <a:r>
                <a:rPr lang="it-IT" sz="800" b="1">
                  <a:solidFill>
                    <a:schemeClr val="accent5">
                      <a:lumMod val="75000"/>
                    </a:schemeClr>
                  </a:solidFill>
                </a:rPr>
                <a:t>NOME BANDO</a:t>
              </a:r>
            </a:p>
          </p:txBody>
        </p:sp>
        <p:sp>
          <p:nvSpPr>
            <p:cNvPr id="24" name="CasellaDiTesto 80">
              <a:extLst>
                <a:ext uri="{FF2B5EF4-FFF2-40B4-BE49-F238E27FC236}">
                  <a16:creationId xmlns:a16="http://schemas.microsoft.com/office/drawing/2014/main" id="{0DD741E8-F35F-3738-2FBC-E6F876BE6AB9}"/>
                </a:ext>
              </a:extLst>
            </p:cNvPr>
            <p:cNvSpPr txBox="1"/>
            <p:nvPr/>
          </p:nvSpPr>
          <p:spPr>
            <a:xfrm>
              <a:off x="4006676" y="3692174"/>
              <a:ext cx="649102" cy="206850"/>
            </a:xfrm>
            <a:prstGeom prst="rect">
              <a:avLst/>
            </a:prstGeom>
            <a:noFill/>
          </p:spPr>
          <p:txBody>
            <a:bodyPr wrap="square" lIns="82931" tIns="41465" rIns="82931" bIns="41465" rtlCol="0" anchor="t">
              <a:spAutoFit/>
            </a:bodyPr>
            <a:lstStyle/>
            <a:p>
              <a:pPr algn="ctr"/>
              <a:r>
                <a:rPr lang="it-IT" sz="800" b="1">
                  <a:solidFill>
                    <a:schemeClr val="accent5">
                      <a:lumMod val="75000"/>
                    </a:schemeClr>
                  </a:solidFill>
                </a:rPr>
                <a:t>STATO</a:t>
              </a:r>
              <a:endParaRPr lang="it-IT" sz="100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" name="Rettangolo con angoli arrotondati 13">
              <a:extLst>
                <a:ext uri="{FF2B5EF4-FFF2-40B4-BE49-F238E27FC236}">
                  <a16:creationId xmlns:a16="http://schemas.microsoft.com/office/drawing/2014/main" id="{58EFBBA5-95FE-9A8D-FF2C-94A45960C23B}"/>
                </a:ext>
              </a:extLst>
            </p:cNvPr>
            <p:cNvSpPr/>
            <p:nvPr/>
          </p:nvSpPr>
          <p:spPr>
            <a:xfrm>
              <a:off x="1044031" y="3945974"/>
              <a:ext cx="3739093" cy="9453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pPr algn="ctr"/>
              <a:endParaRPr lang="it-IT" sz="125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6" name="CasellaDiTesto 80">
              <a:extLst>
                <a:ext uri="{FF2B5EF4-FFF2-40B4-BE49-F238E27FC236}">
                  <a16:creationId xmlns:a16="http://schemas.microsoft.com/office/drawing/2014/main" id="{BF632C66-0C67-73E2-54FD-31972E1E31F8}"/>
                </a:ext>
              </a:extLst>
            </p:cNvPr>
            <p:cNvSpPr txBox="1"/>
            <p:nvPr/>
          </p:nvSpPr>
          <p:spPr>
            <a:xfrm>
              <a:off x="1594263" y="3988285"/>
              <a:ext cx="2461472" cy="899348"/>
            </a:xfrm>
            <a:prstGeom prst="rect">
              <a:avLst/>
            </a:prstGeom>
            <a:noFill/>
          </p:spPr>
          <p:txBody>
            <a:bodyPr wrap="square" lIns="82931" tIns="41465" rIns="82931" bIns="41465" rtlCol="0" anchor="t">
              <a:spAutoFit/>
            </a:bodyPr>
            <a:lstStyle/>
            <a:p>
              <a:r>
                <a:rPr lang="it-IT" sz="1100" b="1">
                  <a:solidFill>
                    <a:schemeClr val="accent5">
                      <a:lumMod val="75000"/>
                    </a:schemeClr>
                  </a:solidFill>
                </a:rPr>
                <a:t>Avviso pubblico </a:t>
              </a:r>
              <a:r>
                <a:rPr lang="it-IT" sz="1100" b="1" u="sng">
                  <a:solidFill>
                    <a:schemeClr val="accent5">
                      <a:lumMod val="75000"/>
                    </a:schemeClr>
                  </a:solidFill>
                </a:rPr>
                <a:t>#Riparto</a:t>
              </a:r>
              <a:r>
                <a:rPr lang="it-IT" sz="1100" b="1">
                  <a:solidFill>
                    <a:schemeClr val="accent5">
                      <a:lumMod val="75000"/>
                    </a:schemeClr>
                  </a:solidFill>
                </a:rPr>
                <a:t>:</a:t>
              </a:r>
            </a:p>
            <a:p>
              <a:r>
                <a:rPr lang="it-IT" sz="1050">
                  <a:solidFill>
                    <a:schemeClr val="accent5">
                      <a:lumMod val="75000"/>
                    </a:schemeClr>
                  </a:solidFill>
                </a:rPr>
                <a:t> percorsi di welfare aziendale per agevolare il rientro al lavoro delle madri, favorire la natalità e il work-life balance</a:t>
              </a:r>
              <a:endParaRPr lang="it-IT" sz="1400">
                <a:solidFill>
                  <a:schemeClr val="accent5">
                    <a:lumMod val="75000"/>
                  </a:schemeClr>
                </a:solidFill>
              </a:endParaRPr>
            </a:p>
            <a:p>
              <a:endParaRPr lang="it-IT" sz="105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7" name="Rettangolo con angoli arrotondati 13">
              <a:extLst>
                <a:ext uri="{FF2B5EF4-FFF2-40B4-BE49-F238E27FC236}">
                  <a16:creationId xmlns:a16="http://schemas.microsoft.com/office/drawing/2014/main" id="{28B1C62A-3AA8-087C-BFD5-106004847CB9}"/>
                </a:ext>
              </a:extLst>
            </p:cNvPr>
            <p:cNvSpPr/>
            <p:nvPr/>
          </p:nvSpPr>
          <p:spPr>
            <a:xfrm>
              <a:off x="4054270" y="4216862"/>
              <a:ext cx="617978" cy="144220"/>
            </a:xfrm>
            <a:prstGeom prst="roundRect">
              <a:avLst>
                <a:gd name="adj" fmla="val 7096"/>
              </a:avLst>
            </a:prstGeom>
            <a:solidFill>
              <a:srgbClr val="00AE9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pPr algn="ctr"/>
              <a:r>
                <a:rPr lang="it-IT" sz="700" b="1">
                  <a:solidFill>
                    <a:schemeClr val="bg1"/>
                  </a:solidFill>
                </a:rPr>
                <a:t>APERTO</a:t>
              </a:r>
            </a:p>
          </p:txBody>
        </p:sp>
        <p:sp>
          <p:nvSpPr>
            <p:cNvPr id="28" name="Rettangolo con angoli arrotondati 13">
              <a:extLst>
                <a:ext uri="{FF2B5EF4-FFF2-40B4-BE49-F238E27FC236}">
                  <a16:creationId xmlns:a16="http://schemas.microsoft.com/office/drawing/2014/main" id="{02A9CD17-0415-332A-B5B3-B788E6883385}"/>
                </a:ext>
              </a:extLst>
            </p:cNvPr>
            <p:cNvSpPr/>
            <p:nvPr/>
          </p:nvSpPr>
          <p:spPr>
            <a:xfrm>
              <a:off x="4051556" y="5423303"/>
              <a:ext cx="617978" cy="144220"/>
            </a:xfrm>
            <a:prstGeom prst="roundRect">
              <a:avLst>
                <a:gd name="adj" fmla="val 7096"/>
              </a:avLst>
            </a:prstGeom>
            <a:solidFill>
              <a:srgbClr val="96393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pPr algn="ctr"/>
              <a:r>
                <a:rPr lang="it-IT" sz="700" b="1">
                  <a:solidFill>
                    <a:schemeClr val="accent5">
                      <a:lumMod val="75000"/>
                    </a:schemeClr>
                  </a:solidFill>
                </a:rPr>
                <a:t>CHIUSO</a:t>
              </a:r>
            </a:p>
          </p:txBody>
        </p:sp>
        <p:sp>
          <p:nvSpPr>
            <p:cNvPr id="29" name="Rettangolo con angoli arrotondati 13">
              <a:extLst>
                <a:ext uri="{FF2B5EF4-FFF2-40B4-BE49-F238E27FC236}">
                  <a16:creationId xmlns:a16="http://schemas.microsoft.com/office/drawing/2014/main" id="{E2E665B1-F50F-A0D5-0A6C-EA38347744C1}"/>
                </a:ext>
              </a:extLst>
            </p:cNvPr>
            <p:cNvSpPr/>
            <p:nvPr/>
          </p:nvSpPr>
          <p:spPr>
            <a:xfrm>
              <a:off x="1044031" y="5073696"/>
              <a:ext cx="3739093" cy="9370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pPr algn="ctr"/>
              <a:endParaRPr lang="it-IT" sz="125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" name="CasellaDiTesto 80">
              <a:extLst>
                <a:ext uri="{FF2B5EF4-FFF2-40B4-BE49-F238E27FC236}">
                  <a16:creationId xmlns:a16="http://schemas.microsoft.com/office/drawing/2014/main" id="{022C289E-278A-D3A9-18C6-C38B5A0777A9}"/>
                </a:ext>
              </a:extLst>
            </p:cNvPr>
            <p:cNvSpPr txBox="1"/>
            <p:nvPr/>
          </p:nvSpPr>
          <p:spPr>
            <a:xfrm>
              <a:off x="1594263" y="5148933"/>
              <a:ext cx="2461472" cy="899348"/>
            </a:xfrm>
            <a:prstGeom prst="rect">
              <a:avLst/>
            </a:prstGeom>
            <a:noFill/>
          </p:spPr>
          <p:txBody>
            <a:bodyPr wrap="square" lIns="82931" tIns="41465" rIns="82931" bIns="41465" rtlCol="0" anchor="t">
              <a:spAutoFit/>
            </a:bodyPr>
            <a:lstStyle/>
            <a:p>
              <a:r>
                <a:rPr lang="it-IT" sz="1100" b="1">
                  <a:solidFill>
                    <a:schemeClr val="accent5">
                      <a:lumMod val="75000"/>
                    </a:schemeClr>
                  </a:solidFill>
                </a:rPr>
                <a:t>Avviso pubblico </a:t>
              </a:r>
              <a:r>
                <a:rPr lang="it-IT" sz="1100" b="1" u="sng">
                  <a:solidFill>
                    <a:schemeClr val="accent5">
                      <a:lumMod val="75000"/>
                    </a:schemeClr>
                  </a:solidFill>
                </a:rPr>
                <a:t>#Conciliamo</a:t>
              </a:r>
              <a:r>
                <a:rPr lang="it-IT" sz="1100" b="1">
                  <a:solidFill>
                    <a:schemeClr val="accent5">
                      <a:lumMod val="75000"/>
                    </a:schemeClr>
                  </a:solidFill>
                </a:rPr>
                <a:t>:</a:t>
              </a:r>
            </a:p>
            <a:p>
              <a:r>
                <a:rPr lang="it-IT" sz="1050">
                  <a:solidFill>
                    <a:schemeClr val="accent5">
                      <a:lumMod val="75000"/>
                    </a:schemeClr>
                  </a:solidFill>
                </a:rPr>
                <a:t>fondi sono destinati a interventi che promuovano un welfare su misura per le famiglie e per migliorare la qualità della vita di mamme e papà lavoratori</a:t>
              </a:r>
              <a:endParaRPr lang="it-IT" sz="14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pic>
          <p:nvPicPr>
            <p:cNvPr id="31" name="Immagine 39">
              <a:extLst>
                <a:ext uri="{FF2B5EF4-FFF2-40B4-BE49-F238E27FC236}">
                  <a16:creationId xmlns:a16="http://schemas.microsoft.com/office/drawing/2014/main" id="{44E6C46E-899B-DBEE-C459-5BB9277DB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8889" y="5210709"/>
              <a:ext cx="530266" cy="283440"/>
            </a:xfrm>
            <a:prstGeom prst="rect">
              <a:avLst/>
            </a:prstGeom>
          </p:spPr>
        </p:pic>
        <p:pic>
          <p:nvPicPr>
            <p:cNvPr id="32" name="Immagine 48">
              <a:extLst>
                <a:ext uri="{FF2B5EF4-FFF2-40B4-BE49-F238E27FC236}">
                  <a16:creationId xmlns:a16="http://schemas.microsoft.com/office/drawing/2014/main" id="{4A7962F3-246D-9821-DABD-708131298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96582" y="4042326"/>
              <a:ext cx="514878" cy="331835"/>
            </a:xfrm>
            <a:prstGeom prst="rect">
              <a:avLst/>
            </a:prstGeom>
          </p:spPr>
        </p:pic>
        <p:pic>
          <p:nvPicPr>
            <p:cNvPr id="33" name="Graphic 66" descr="Play with solid fill">
              <a:extLst>
                <a:ext uri="{FF2B5EF4-FFF2-40B4-BE49-F238E27FC236}">
                  <a16:creationId xmlns:a16="http://schemas.microsoft.com/office/drawing/2014/main" id="{22E7F6AA-E903-4BDF-D765-1E2A19855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4797826" y="6035575"/>
              <a:ext cx="94459" cy="108660"/>
            </a:xfrm>
            <a:prstGeom prst="rect">
              <a:avLst/>
            </a:prstGeom>
          </p:spPr>
        </p:pic>
        <p:sp>
          <p:nvSpPr>
            <p:cNvPr id="126" name="Rettangolo con angoli arrotondati 13">
              <a:extLst>
                <a:ext uri="{FF2B5EF4-FFF2-40B4-BE49-F238E27FC236}">
                  <a16:creationId xmlns:a16="http://schemas.microsoft.com/office/drawing/2014/main" id="{4BC706A7-5183-CB4A-E9BD-21F453F2B3D7}"/>
                </a:ext>
              </a:extLst>
            </p:cNvPr>
            <p:cNvSpPr/>
            <p:nvPr/>
          </p:nvSpPr>
          <p:spPr>
            <a:xfrm>
              <a:off x="4003966" y="5349106"/>
              <a:ext cx="663073" cy="178006"/>
            </a:xfrm>
            <a:prstGeom prst="roundRect">
              <a:avLst>
                <a:gd name="adj" fmla="val 7096"/>
              </a:avLst>
            </a:prstGeom>
            <a:solidFill>
              <a:srgbClr val="96393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31" tIns="41465" rIns="82931" bIns="41465" rtlCol="0" anchor="ctr"/>
            <a:lstStyle/>
            <a:p>
              <a:pPr algn="ctr"/>
              <a:r>
                <a:rPr lang="it-IT" sz="700" b="1">
                  <a:solidFill>
                    <a:schemeClr val="bg1"/>
                  </a:solidFill>
                </a:rPr>
                <a:t>CHIUSO</a:t>
              </a:r>
            </a:p>
          </p:txBody>
        </p:sp>
      </p:grpSp>
      <p:pic>
        <p:nvPicPr>
          <p:cNvPr id="2" name="Immagine 1">
            <a:extLst>
              <a:ext uri="{FF2B5EF4-FFF2-40B4-BE49-F238E27FC236}">
                <a16:creationId xmlns:a16="http://schemas.microsoft.com/office/drawing/2014/main" id="{B8AB7D87-4BC2-8A1E-662C-8B8FBC3096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F59D8-CD55-3E3F-3514-3BD09B5B29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59088"/>
            <a:ext cx="10972800" cy="5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11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3" grpId="0" animBg="1"/>
      <p:bldP spid="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64A27639-BBBA-3034-65E6-8F6BBAE4B5AA}"/>
              </a:ext>
            </a:extLst>
          </p:cNvPr>
          <p:cNvGrpSpPr/>
          <p:nvPr/>
        </p:nvGrpSpPr>
        <p:grpSpPr>
          <a:xfrm>
            <a:off x="1849139" y="1541491"/>
            <a:ext cx="8905364" cy="458523"/>
            <a:chOff x="1141402" y="1528305"/>
            <a:chExt cx="9819091" cy="505569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C5F1D32-311C-9B72-FAAC-CB700D11119F}"/>
                </a:ext>
              </a:extLst>
            </p:cNvPr>
            <p:cNvSpPr/>
            <p:nvPr/>
          </p:nvSpPr>
          <p:spPr>
            <a:xfrm flipH="1">
              <a:off x="1141402" y="1624244"/>
              <a:ext cx="3214770" cy="4096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Impiego massivo di risorse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ED8A2B1-46F4-45C8-29D4-4A2E395152DE}"/>
                </a:ext>
              </a:extLst>
            </p:cNvPr>
            <p:cNvSpPr/>
            <p:nvPr/>
          </p:nvSpPr>
          <p:spPr>
            <a:xfrm>
              <a:off x="7676070" y="1528305"/>
              <a:ext cx="3284423" cy="4096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Focalizzazione della spesa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A137B2A-9B5B-86B3-D092-9E57B2A7C66A}"/>
              </a:ext>
            </a:extLst>
          </p:cNvPr>
          <p:cNvGrpSpPr/>
          <p:nvPr/>
        </p:nvGrpSpPr>
        <p:grpSpPr>
          <a:xfrm>
            <a:off x="1849140" y="2520059"/>
            <a:ext cx="9471433" cy="765670"/>
            <a:chOff x="1141403" y="2607280"/>
            <a:chExt cx="10443242" cy="84423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696DDCB-A127-5E22-9432-776F2EB35B0E}"/>
                </a:ext>
              </a:extLst>
            </p:cNvPr>
            <p:cNvSpPr/>
            <p:nvPr/>
          </p:nvSpPr>
          <p:spPr>
            <a:xfrm flipH="1">
              <a:off x="1141403" y="2734057"/>
              <a:ext cx="3214771" cy="7174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Copertura insufficiente del fabbisogno</a:t>
              </a:r>
              <a:endParaRPr lang="it-IT" sz="3265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454FC8A-DDBD-6AF5-9983-0E5B05337AED}"/>
                </a:ext>
              </a:extLst>
            </p:cNvPr>
            <p:cNvSpPr txBox="1">
              <a:spLocks/>
            </p:cNvSpPr>
            <p:nvPr/>
          </p:nvSpPr>
          <p:spPr>
            <a:xfrm>
              <a:off x="7648329" y="2607280"/>
              <a:ext cx="3936316" cy="717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Copertura risolutiva per i profili più impattati dagli shock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988C209-AEAD-825E-3D43-013EDC297147}"/>
              </a:ext>
            </a:extLst>
          </p:cNvPr>
          <p:cNvGrpSpPr/>
          <p:nvPr/>
        </p:nvGrpSpPr>
        <p:grpSpPr>
          <a:xfrm>
            <a:off x="1070920" y="3770883"/>
            <a:ext cx="10050162" cy="650691"/>
            <a:chOff x="283334" y="3986443"/>
            <a:chExt cx="11081351" cy="71745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317BFA1-4B69-B94D-A0E0-3AEA223771E2}"/>
                </a:ext>
              </a:extLst>
            </p:cNvPr>
            <p:cNvSpPr/>
            <p:nvPr/>
          </p:nvSpPr>
          <p:spPr>
            <a:xfrm flipH="1">
              <a:off x="283334" y="4001818"/>
              <a:ext cx="4155101" cy="4096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Aggravio della spesa pubblica</a:t>
              </a:r>
              <a:endParaRPr lang="it-IT" sz="3265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0D29F76-424A-B536-7A48-467560A2B118}"/>
                </a:ext>
              </a:extLst>
            </p:cNvPr>
            <p:cNvSpPr/>
            <p:nvPr/>
          </p:nvSpPr>
          <p:spPr>
            <a:xfrm>
              <a:off x="7648330" y="3986443"/>
              <a:ext cx="3716355" cy="717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Valorizzazione dell’impatto sociale delle imprese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3767345-F8C8-B64E-8B6D-3210ED1F9FD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614708" y="818968"/>
            <a:ext cx="9724141" cy="412117"/>
            <a:chOff x="542977" y="1515542"/>
            <a:chExt cx="17065453" cy="494827"/>
          </a:xfrm>
        </p:grpSpPr>
        <p:sp>
          <p:nvSpPr>
            <p:cNvPr id="92" name="MekkoHeaderBox637819777574671185">
              <a:extLst>
                <a:ext uri="{FF2B5EF4-FFF2-40B4-BE49-F238E27FC236}">
                  <a16:creationId xmlns:a16="http://schemas.microsoft.com/office/drawing/2014/main" id="{921525F4-F221-96C4-0FA1-5AB3F70A3DD0}"/>
                </a:ext>
              </a:extLst>
            </p:cNvPr>
            <p:cNvSpPr/>
            <p:nvPr/>
          </p:nvSpPr>
          <p:spPr>
            <a:xfrm>
              <a:off x="542977" y="1515542"/>
              <a:ext cx="5681373" cy="381000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b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82931" rtlCol="0" anchor="b"/>
            <a:lstStyle/>
            <a:p>
              <a:pPr algn="ctr"/>
              <a:r>
                <a:rPr lang="it-IT" sz="1814" b="1" u="sng">
                  <a:solidFill>
                    <a:schemeClr val="accent2"/>
                  </a:solidFill>
                  <a:latin typeface="+mj-lt"/>
                  <a:cs typeface="Segoe UI" panose="020B0502040204020203" pitchFamily="34" charset="0"/>
                </a:rPr>
                <a:t>Da POLICY TRADIZIONALI…</a:t>
              </a:r>
            </a:p>
          </p:txBody>
        </p:sp>
        <p:sp>
          <p:nvSpPr>
            <p:cNvPr id="93" name="MekkoHeaderBox637819777574671185637819777575205207">
              <a:extLst>
                <a:ext uri="{FF2B5EF4-FFF2-40B4-BE49-F238E27FC236}">
                  <a16:creationId xmlns:a16="http://schemas.microsoft.com/office/drawing/2014/main" id="{B93D28D0-5338-D332-669F-0687FECE73EA}"/>
                </a:ext>
              </a:extLst>
            </p:cNvPr>
            <p:cNvSpPr/>
            <p:nvPr/>
          </p:nvSpPr>
          <p:spPr>
            <a:xfrm>
              <a:off x="10928905" y="1629369"/>
              <a:ext cx="6679525" cy="381000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b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82931" rtlCol="0" anchor="b"/>
            <a:lstStyle/>
            <a:p>
              <a:pPr algn="ctr"/>
              <a:r>
                <a:rPr lang="it-IT" sz="1814" b="1" u="sng">
                  <a:solidFill>
                    <a:schemeClr val="accent2"/>
                  </a:solidFill>
                  <a:latin typeface="+mj-lt"/>
                  <a:cs typeface="Segoe UI" panose="020B0502040204020203" pitchFamily="34" charset="0"/>
                </a:rPr>
                <a:t>… a POLICY DINAMICHE DATA DRIVEN</a:t>
              </a:r>
            </a:p>
          </p:txBody>
        </p:sp>
      </p:grpSp>
      <p:sp>
        <p:nvSpPr>
          <p:cNvPr id="94" name="Rectangle 46">
            <a:extLst>
              <a:ext uri="{FF2B5EF4-FFF2-40B4-BE49-F238E27FC236}">
                <a16:creationId xmlns:a16="http://schemas.microsoft.com/office/drawing/2014/main" id="{3ADDCB91-70B2-17CB-FCB8-83AB50325C13}"/>
              </a:ext>
            </a:extLst>
          </p:cNvPr>
          <p:cNvSpPr/>
          <p:nvPr/>
        </p:nvSpPr>
        <p:spPr>
          <a:xfrm rot="2700000">
            <a:off x="5597472" y="1159288"/>
            <a:ext cx="1320373" cy="1294358"/>
          </a:xfrm>
          <a:prstGeom prst="rect">
            <a:avLst/>
          </a:prstGeom>
          <a:solidFill>
            <a:srgbClr val="96C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>
              <a:solidFill>
                <a:srgbClr val="001437"/>
              </a:solidFill>
            </a:endParaRPr>
          </a:p>
        </p:txBody>
      </p:sp>
      <p:sp>
        <p:nvSpPr>
          <p:cNvPr id="95" name="Rectangle 47">
            <a:extLst>
              <a:ext uri="{FF2B5EF4-FFF2-40B4-BE49-F238E27FC236}">
                <a16:creationId xmlns:a16="http://schemas.microsoft.com/office/drawing/2014/main" id="{06A9D8C0-A95F-D443-1415-CA3A48CBC5AA}"/>
              </a:ext>
            </a:extLst>
          </p:cNvPr>
          <p:cNvSpPr/>
          <p:nvPr/>
        </p:nvSpPr>
        <p:spPr>
          <a:xfrm rot="2700000">
            <a:off x="5597470" y="2257859"/>
            <a:ext cx="1320373" cy="1294357"/>
          </a:xfrm>
          <a:prstGeom prst="rect">
            <a:avLst/>
          </a:prstGeom>
          <a:solidFill>
            <a:srgbClr val="9F8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32">
              <a:solidFill>
                <a:srgbClr val="001437"/>
              </a:solidFill>
            </a:endParaRPr>
          </a:p>
        </p:txBody>
      </p:sp>
      <p:sp>
        <p:nvSpPr>
          <p:cNvPr id="96" name="Rectangle 49">
            <a:extLst>
              <a:ext uri="{FF2B5EF4-FFF2-40B4-BE49-F238E27FC236}">
                <a16:creationId xmlns:a16="http://schemas.microsoft.com/office/drawing/2014/main" id="{02CE11E5-3EC6-45B2-B9D5-6554065C098E}"/>
              </a:ext>
            </a:extLst>
          </p:cNvPr>
          <p:cNvSpPr/>
          <p:nvPr/>
        </p:nvSpPr>
        <p:spPr>
          <a:xfrm rot="2700000">
            <a:off x="5597473" y="3341416"/>
            <a:ext cx="1320373" cy="12943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32">
              <a:solidFill>
                <a:srgbClr val="001437"/>
              </a:solidFill>
            </a:endParaRPr>
          </a:p>
        </p:txBody>
      </p:sp>
      <p:sp>
        <p:nvSpPr>
          <p:cNvPr id="97" name="Rectangle 48">
            <a:extLst>
              <a:ext uri="{FF2B5EF4-FFF2-40B4-BE49-F238E27FC236}">
                <a16:creationId xmlns:a16="http://schemas.microsoft.com/office/drawing/2014/main" id="{6AD648B5-9F12-9D36-2063-F9589F3650C7}"/>
              </a:ext>
            </a:extLst>
          </p:cNvPr>
          <p:cNvSpPr/>
          <p:nvPr/>
        </p:nvSpPr>
        <p:spPr>
          <a:xfrm rot="2700000">
            <a:off x="5630546" y="4382823"/>
            <a:ext cx="1320372" cy="12943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70" b="1">
              <a:solidFill>
                <a:srgbClr val="001437"/>
              </a:solidFill>
            </a:endParaRPr>
          </a:p>
        </p:txBody>
      </p:sp>
      <p:sp>
        <p:nvSpPr>
          <p:cNvPr id="98" name="L-Shape 50">
            <a:extLst>
              <a:ext uri="{FF2B5EF4-FFF2-40B4-BE49-F238E27FC236}">
                <a16:creationId xmlns:a16="http://schemas.microsoft.com/office/drawing/2014/main" id="{D7032D83-BE35-078B-83E4-FCCE3E02C7F4}"/>
              </a:ext>
            </a:extLst>
          </p:cNvPr>
          <p:cNvSpPr/>
          <p:nvPr/>
        </p:nvSpPr>
        <p:spPr>
          <a:xfrm rot="2700000">
            <a:off x="5120759" y="1601769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96C7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99" name="L-Shape 51">
            <a:extLst>
              <a:ext uri="{FF2B5EF4-FFF2-40B4-BE49-F238E27FC236}">
                <a16:creationId xmlns:a16="http://schemas.microsoft.com/office/drawing/2014/main" id="{6F1F25AD-6795-6FEB-D7B6-989D853260DC}"/>
              </a:ext>
            </a:extLst>
          </p:cNvPr>
          <p:cNvSpPr/>
          <p:nvPr/>
        </p:nvSpPr>
        <p:spPr>
          <a:xfrm rot="2700000">
            <a:off x="5153833" y="4825305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4D5B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100" name="L-Shape 52">
            <a:extLst>
              <a:ext uri="{FF2B5EF4-FFF2-40B4-BE49-F238E27FC236}">
                <a16:creationId xmlns:a16="http://schemas.microsoft.com/office/drawing/2014/main" id="{13EC8FCD-3697-5CEA-7D8B-B99AC3D4FBE7}"/>
              </a:ext>
            </a:extLst>
          </p:cNvPr>
          <p:cNvSpPr/>
          <p:nvPr/>
        </p:nvSpPr>
        <p:spPr>
          <a:xfrm rot="18900000" flipH="1">
            <a:off x="6976934" y="2714668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9F82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101" name="L-Shape 53">
            <a:extLst>
              <a:ext uri="{FF2B5EF4-FFF2-40B4-BE49-F238E27FC236}">
                <a16:creationId xmlns:a16="http://schemas.microsoft.com/office/drawing/2014/main" id="{9EB7A42B-BABC-1A6C-5C0B-EFDD7348682C}"/>
              </a:ext>
            </a:extLst>
          </p:cNvPr>
          <p:cNvSpPr/>
          <p:nvPr/>
        </p:nvSpPr>
        <p:spPr>
          <a:xfrm rot="18900000" flipH="1">
            <a:off x="6976934" y="3783899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00A5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102" name="L-Shape 74">
            <a:extLst>
              <a:ext uri="{FF2B5EF4-FFF2-40B4-BE49-F238E27FC236}">
                <a16:creationId xmlns:a16="http://schemas.microsoft.com/office/drawing/2014/main" id="{C7EE166B-FE26-A950-FF4C-67F78F0FF87C}"/>
              </a:ext>
            </a:extLst>
          </p:cNvPr>
          <p:cNvSpPr/>
          <p:nvPr/>
        </p:nvSpPr>
        <p:spPr>
          <a:xfrm rot="2700000">
            <a:off x="5120760" y="2693252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9F82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104" name="L-Shape 76">
            <a:extLst>
              <a:ext uri="{FF2B5EF4-FFF2-40B4-BE49-F238E27FC236}">
                <a16:creationId xmlns:a16="http://schemas.microsoft.com/office/drawing/2014/main" id="{27243B82-F532-9F19-1D44-41EC6583AB6E}"/>
              </a:ext>
            </a:extLst>
          </p:cNvPr>
          <p:cNvSpPr/>
          <p:nvPr/>
        </p:nvSpPr>
        <p:spPr>
          <a:xfrm rot="2700000">
            <a:off x="5120760" y="3780469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00A5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105" name="L-Shape 77">
            <a:extLst>
              <a:ext uri="{FF2B5EF4-FFF2-40B4-BE49-F238E27FC236}">
                <a16:creationId xmlns:a16="http://schemas.microsoft.com/office/drawing/2014/main" id="{9CBA303A-DCBD-1763-A398-7CB0831156A5}"/>
              </a:ext>
            </a:extLst>
          </p:cNvPr>
          <p:cNvSpPr/>
          <p:nvPr/>
        </p:nvSpPr>
        <p:spPr>
          <a:xfrm rot="18900000" flipH="1">
            <a:off x="6976934" y="4824484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4D5B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107" name="Rectangle 83">
            <a:extLst>
              <a:ext uri="{FF2B5EF4-FFF2-40B4-BE49-F238E27FC236}">
                <a16:creationId xmlns:a16="http://schemas.microsoft.com/office/drawing/2014/main" id="{982863BE-A74A-AEE3-7C41-F2AEBF3057D3}"/>
              </a:ext>
            </a:extLst>
          </p:cNvPr>
          <p:cNvSpPr>
            <a:spLocks/>
          </p:cNvSpPr>
          <p:nvPr/>
        </p:nvSpPr>
        <p:spPr>
          <a:xfrm>
            <a:off x="5333210" y="1533198"/>
            <a:ext cx="1848895" cy="37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658207"/>
            <a:r>
              <a:rPr lang="it-IT" sz="1814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rPr>
              <a:t>Risorse</a:t>
            </a:r>
            <a:endParaRPr lang="it-IT" sz="3265" b="1">
              <a:solidFill>
                <a:schemeClr val="bg1"/>
              </a:solidFill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08" name="Rectangle 84">
            <a:extLst>
              <a:ext uri="{FF2B5EF4-FFF2-40B4-BE49-F238E27FC236}">
                <a16:creationId xmlns:a16="http://schemas.microsoft.com/office/drawing/2014/main" id="{664C26F3-5D3A-F6F5-F583-387CD3D94FAA}"/>
              </a:ext>
            </a:extLst>
          </p:cNvPr>
          <p:cNvSpPr>
            <a:spLocks/>
          </p:cNvSpPr>
          <p:nvPr/>
        </p:nvSpPr>
        <p:spPr>
          <a:xfrm>
            <a:off x="5382821" y="2644479"/>
            <a:ext cx="1815818" cy="37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658207"/>
            <a:r>
              <a:rPr lang="it-IT" sz="1814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rPr>
              <a:t>Efficacia </a:t>
            </a:r>
            <a:endParaRPr lang="it-IT" sz="3265" b="1">
              <a:solidFill>
                <a:schemeClr val="bg1"/>
              </a:solidFill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09" name="Rectangle 85">
            <a:extLst>
              <a:ext uri="{FF2B5EF4-FFF2-40B4-BE49-F238E27FC236}">
                <a16:creationId xmlns:a16="http://schemas.microsoft.com/office/drawing/2014/main" id="{4839DFC9-A52D-DD4A-F0D6-248934D4F62B}"/>
              </a:ext>
            </a:extLst>
          </p:cNvPr>
          <p:cNvSpPr>
            <a:spLocks/>
          </p:cNvSpPr>
          <p:nvPr/>
        </p:nvSpPr>
        <p:spPr>
          <a:xfrm>
            <a:off x="5366286" y="3717974"/>
            <a:ext cx="1815818" cy="37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658207"/>
            <a:r>
              <a:rPr lang="it-IT" sz="1814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rPr>
              <a:t>Sussidiarietà</a:t>
            </a:r>
            <a:endParaRPr lang="it-IT" sz="3265" b="1">
              <a:solidFill>
                <a:schemeClr val="bg1"/>
              </a:solidFill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10" name="Rectangle 118">
            <a:extLst>
              <a:ext uri="{FF2B5EF4-FFF2-40B4-BE49-F238E27FC236}">
                <a16:creationId xmlns:a16="http://schemas.microsoft.com/office/drawing/2014/main" id="{0B830221-BC59-7A0C-9816-E15F5EA98791}"/>
              </a:ext>
            </a:extLst>
          </p:cNvPr>
          <p:cNvSpPr/>
          <p:nvPr/>
        </p:nvSpPr>
        <p:spPr>
          <a:xfrm>
            <a:off x="5366286" y="4796074"/>
            <a:ext cx="1815818" cy="37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658207"/>
            <a:r>
              <a:rPr lang="it-IT" sz="1814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rPr>
              <a:t>Apprendimento</a:t>
            </a:r>
            <a:endParaRPr lang="it-IT" sz="3265" b="1">
              <a:solidFill>
                <a:schemeClr val="bg1"/>
              </a:solidFill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9A7CF22-1DBF-8688-5445-BB757F6D3CCD}"/>
              </a:ext>
            </a:extLst>
          </p:cNvPr>
          <p:cNvGrpSpPr/>
          <p:nvPr/>
        </p:nvGrpSpPr>
        <p:grpSpPr>
          <a:xfrm>
            <a:off x="1497093" y="4823461"/>
            <a:ext cx="9758177" cy="650691"/>
            <a:chOff x="753234" y="5147020"/>
            <a:chExt cx="10759407" cy="717455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1448891-FC7A-D699-BC28-B83E606ABBC8}"/>
                </a:ext>
              </a:extLst>
            </p:cNvPr>
            <p:cNvSpPr/>
            <p:nvPr/>
          </p:nvSpPr>
          <p:spPr>
            <a:xfrm>
              <a:off x="7648331" y="5147020"/>
              <a:ext cx="3864310" cy="717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Decisioni supportate da simulazioni e feedback continui</a:t>
              </a:r>
              <a:endParaRPr lang="it-IT" sz="3265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D6C8950-CA8E-1C15-8BE0-B08D68FAEBC4}"/>
                </a:ext>
              </a:extLst>
            </p:cNvPr>
            <p:cNvSpPr/>
            <p:nvPr/>
          </p:nvSpPr>
          <p:spPr>
            <a:xfrm flipH="1">
              <a:off x="753234" y="5147020"/>
              <a:ext cx="3602939" cy="717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658207"/>
              <a:r>
                <a:rPr lang="it-IT" sz="1814" b="1">
                  <a:solidFill>
                    <a:schemeClr val="bg1"/>
                  </a:solidFill>
                  <a:ea typeface="Roboto Medium" panose="02000000000000000000" pitchFamily="2" charset="0"/>
                  <a:cs typeface="Segoe UI" panose="020B0502040204020203" pitchFamily="34" charset="0"/>
                </a:rPr>
                <a:t>Decisioni di spesa con verifica a consuntivo  </a:t>
              </a:r>
              <a:endParaRPr lang="it-IT" sz="3265" b="1">
                <a:solidFill>
                  <a:schemeClr val="bg1"/>
                </a:solidFill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  <p:sp>
        <p:nvSpPr>
          <p:cNvPr id="35" name="L-Shape 78">
            <a:extLst>
              <a:ext uri="{FF2B5EF4-FFF2-40B4-BE49-F238E27FC236}">
                <a16:creationId xmlns:a16="http://schemas.microsoft.com/office/drawing/2014/main" id="{91804C38-099B-3106-DE40-E6354626E117}"/>
              </a:ext>
            </a:extLst>
          </p:cNvPr>
          <p:cNvSpPr/>
          <p:nvPr/>
        </p:nvSpPr>
        <p:spPr>
          <a:xfrm rot="18900000" flipH="1">
            <a:off x="6976934" y="1624111"/>
            <a:ext cx="417623" cy="409394"/>
          </a:xfrm>
          <a:prstGeom prst="corner">
            <a:avLst>
              <a:gd name="adj1" fmla="val 12854"/>
              <a:gd name="adj2" fmla="val 12751"/>
            </a:avLst>
          </a:prstGeom>
          <a:solidFill>
            <a:srgbClr val="96C7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658207">
              <a:defRPr/>
            </a:pPr>
            <a:endParaRPr lang="it-IT" sz="1632" kern="0">
              <a:solidFill>
                <a:srgbClr val="FFFFFF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04B95C-1C9A-6C74-6384-C0B086C78B23}"/>
              </a:ext>
            </a:extLst>
          </p:cNvPr>
          <p:cNvSpPr txBox="1"/>
          <p:nvPr/>
        </p:nvSpPr>
        <p:spPr>
          <a:xfrm>
            <a:off x="4852036" y="3221673"/>
            <a:ext cx="2487928" cy="3348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931" tIns="41465" rIns="82931" bIns="4146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32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30FAE1E-9C24-9372-D5AB-286A15A3D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77" y="124580"/>
            <a:ext cx="130302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66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A0F8E18C-6DB4-8B34-E6CB-9F32D71BD9FF}"/>
              </a:ext>
            </a:extLst>
          </p:cNvPr>
          <p:cNvSpPr/>
          <p:nvPr/>
        </p:nvSpPr>
        <p:spPr>
          <a:xfrm>
            <a:off x="10536890" y="33025"/>
            <a:ext cx="1630048" cy="6530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32">
              <a:solidFill>
                <a:schemeClr val="bg2"/>
              </a:solidFill>
            </a:endParaRPr>
          </a:p>
        </p:txBody>
      </p:sp>
      <p:pic>
        <p:nvPicPr>
          <p:cNvPr id="1026" name="Immagine 3">
            <a:extLst>
              <a:ext uri="{FF2B5EF4-FFF2-40B4-BE49-F238E27FC236}">
                <a16:creationId xmlns:a16="http://schemas.microsoft.com/office/drawing/2014/main" id="{442F659A-4810-00EC-2531-4F15B189D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819150"/>
            <a:ext cx="9591675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5009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" val="MekkoHeaderBoxGroup"/>
</p:tagLst>
</file>

<file path=ppt/theme/theme1.xml><?xml version="1.0" encoding="utf-8"?>
<a:theme xmlns:a="http://schemas.openxmlformats.org/drawingml/2006/main" name="ION PowerPoint Template 16:9">
  <a:themeElements>
    <a:clrScheme name="Acuris-Blue-DarkBG">
      <a:dk1>
        <a:srgbClr val="001437"/>
      </a:dk1>
      <a:lt1>
        <a:srgbClr val="FFFFFF"/>
      </a:lt1>
      <a:dk2>
        <a:srgbClr val="FFFFFF"/>
      </a:dk2>
      <a:lt2>
        <a:srgbClr val="001437"/>
      </a:lt2>
      <a:accent1>
        <a:srgbClr val="007AC5"/>
      </a:accent1>
      <a:accent2>
        <a:srgbClr val="00A5E6"/>
      </a:accent2>
      <a:accent3>
        <a:srgbClr val="5EC5F0"/>
      </a:accent3>
      <a:accent4>
        <a:srgbClr val="AFAFB4"/>
      </a:accent4>
      <a:accent5>
        <a:srgbClr val="4D5B73"/>
      </a:accent5>
      <a:accent6>
        <a:srgbClr val="B2B8C3"/>
      </a:accent6>
      <a:hlink>
        <a:srgbClr val="5EC5F0"/>
      </a:hlink>
      <a:folHlink>
        <a:srgbClr val="5EC5F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4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Navy">
      <a:srgbClr val="001437"/>
    </a:custClr>
    <a:custClr name="Green">
      <a:srgbClr val="00281E"/>
    </a:custClr>
    <a:custClr name="Aubergine">
      <a:srgbClr val="280A37"/>
    </a:custClr>
    <a:custClr name="Maroon">
      <a:srgbClr val="410A22"/>
    </a:custClr>
    <a:custClr name="Slate">
      <a:srgbClr val="232832"/>
    </a:custClr>
    <a:custClr name="Umber">
      <a:srgbClr val="372828"/>
    </a:custClr>
    <a:custClr name="White">
      <a:srgbClr val="FFFFFF"/>
    </a:custClr>
    <a:custClr name="Slate 90">
      <a:srgbClr val="393E47"/>
    </a:custClr>
    <a:custClr name="Slate 80">
      <a:srgbClr val="4F535B"/>
    </a:custClr>
    <a:custClr name="Slate 70">
      <a:srgbClr val="656970"/>
    </a:custClr>
    <a:custClr name="Lime">
      <a:srgbClr val="96C768"/>
    </a:custClr>
    <a:custClr name="Jade">
      <a:srgbClr val="00AE95"/>
    </a:custClr>
    <a:custClr name="Orange">
      <a:srgbClr val="F58B46"/>
    </a:custClr>
    <a:custClr name="Red">
      <a:srgbClr val="D64641"/>
    </a:custClr>
    <a:custClr name="Blue">
      <a:srgbClr val="00A4E6"/>
    </a:custClr>
    <a:custClr name="Purple">
      <a:srgbClr val="915AD7"/>
    </a:custClr>
    <a:custClr name="White">
      <a:srgbClr val="FFFFFF"/>
    </a:custClr>
    <a:custClr name="Slate 60">
      <a:srgbClr val="7B7E84"/>
    </a:custClr>
    <a:custClr name="Slate 50">
      <a:srgbClr val="919399"/>
    </a:custClr>
    <a:custClr name="Slate 40">
      <a:srgbClr val="A7A9AD"/>
    </a:custClr>
    <a:custClr name="Yellow">
      <a:srgbClr val="FFC76D"/>
    </a:custClr>
    <a:custClr name="Wheat">
      <a:srgbClr val="EADAAC"/>
    </a:custClr>
    <a:custClr name="Brown">
      <a:srgbClr val="9F8278"/>
    </a:custClr>
    <a:custClr name="Quartz">
      <a:srgbClr val="AEAEB4"/>
    </a:custClr>
    <a:custClr name="Coral">
      <a:srgbClr val="F9AE91"/>
    </a:custClr>
    <a:custClr name="Dune">
      <a:srgbClr val="EFE8E0"/>
    </a:custClr>
    <a:custClr name="White">
      <a:srgbClr val="FFFFFF"/>
    </a:custClr>
    <a:custClr name="Slate 30">
      <a:srgbClr val="BDBEC1"/>
    </a:custClr>
    <a:custClr name="Slate 20">
      <a:srgbClr val="D3D4D6"/>
    </a:custClr>
    <a:custClr name="Slate 10">
      <a:srgbClr val="E9E9EA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- Red">
      <a:srgbClr val="D75641"/>
    </a:custClr>
    <a:custClr name="Traffic light - Amber">
      <a:srgbClr val="FFC76D"/>
    </a:custClr>
    <a:custClr name="Traffic light - Green">
      <a:srgbClr val="96C869"/>
    </a:custClr>
    <a:custClr name="Dark Blue - Dublin Finance">
      <a:srgbClr val="0A4274"/>
    </a:custClr>
    <a:custClr name="Mid Blue 1 - Dublin Finance">
      <a:srgbClr val="477197"/>
    </a:custClr>
    <a:custClr name="Mid Blue 2 - Dublin Finance">
      <a:srgbClr val="C6D4F2"/>
    </a:custClr>
    <a:custClr name="Light Blue - Dublin Finance">
      <a:srgbClr val="E6ECF1"/>
    </a:custClr>
    <a:custClr name="Orange - Dublin Finance">
      <a:srgbClr val="F58C46"/>
    </a:custClr>
    <a:custClr name="Light Orange - Dublin Finance">
      <a:srgbClr val="FFE1C2"/>
    </a:custClr>
    <a:custClr name="Dark Grey - Dublin Finance">
      <a:srgbClr val="808080"/>
    </a:custClr>
    <a:custClr name="Mid Grey - Dublin Finance">
      <a:srgbClr val="BFBFBF"/>
    </a:custClr>
    <a:custClr name="Silver - Dublin Finance">
      <a:srgbClr val="F5F5F6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1" id="{1DD968E4-BB8F-4B67-AD0D-4E3163FD66D8}" vid="{5E707C17-678D-42C5-95D1-033046F0F1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746C8E4FF0E548966996103ABCFC1B" ma:contentTypeVersion="13" ma:contentTypeDescription="Creare un nuovo documento." ma:contentTypeScope="" ma:versionID="5d165106a406bff32a3babb0ec06570f">
  <xsd:schema xmlns:xsd="http://www.w3.org/2001/XMLSchema" xmlns:xs="http://www.w3.org/2001/XMLSchema" xmlns:p="http://schemas.microsoft.com/office/2006/metadata/properties" xmlns:ns3="9473c442-e9d6-4849-a2d9-348523b10aee" xmlns:ns4="0cf16b6e-6801-4513-9c3a-dcce708dc9bd" targetNamespace="http://schemas.microsoft.com/office/2006/metadata/properties" ma:root="true" ma:fieldsID="f5de703bcb9710c22697a8b6c4053dcc" ns3:_="" ns4:_="">
    <xsd:import namespace="9473c442-e9d6-4849-a2d9-348523b10aee"/>
    <xsd:import namespace="0cf16b6e-6801-4513-9c3a-dcce708dc9b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73c442-e9d6-4849-a2d9-348523b10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16b6e-6801-4513-9c3a-dcce708dc9b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298BEB-363D-4A80-B967-F7CA81AD18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0AA7BD-1D3F-4939-A1C3-7BD5EA24657E}">
  <ds:schemaRefs>
    <ds:schemaRef ds:uri="0cf16b6e-6801-4513-9c3a-dcce708dc9bd"/>
    <ds:schemaRef ds:uri="9473c442-e9d6-4849-a2d9-348523b10a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71A838-CB9C-459F-9FD5-41BEB40FE1FF}">
  <ds:schemaRefs>
    <ds:schemaRef ds:uri="0cf16b6e-6801-4513-9c3a-dcce708dc9bd"/>
    <ds:schemaRef ds:uri="9473c442-e9d6-4849-a2d9-348523b10a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ION PowerPoint Template 16:9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Vetere Marika</dc:creator>
  <cp:revision>1</cp:revision>
  <dcterms:created xsi:type="dcterms:W3CDTF">2022-10-07T18:26:48Z</dcterms:created>
  <dcterms:modified xsi:type="dcterms:W3CDTF">2022-10-08T17:18:34Z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0x010100CF746C8E4FF0E548966996103ABCFC1B</vt:lpwstr>
  </property>
</Properties>
</file>